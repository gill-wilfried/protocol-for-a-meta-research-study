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
  </p:notesMasterIdLst>
  <p:handoutMasterIdLst>
    <p:handoutMasterId r:id="rId4"/>
  </p:handoutMasterIdLst>
  <p:sldIdLst>
    <p:sldId id="257" r:id="rId2"/>
  </p:sldIdLst>
  <p:sldSz cx="6858000" cy="9906000" type="A4"/>
  <p:notesSz cx="7104063" cy="10234613"/>
  <p:embeddedFontLst>
    <p:embeddedFont>
      <p:font typeface="Open Sans" panose="020B0606030504020204" pitchFamily="34" charset="0"/>
      <p:regular r:id="rId5"/>
      <p:bold r:id="rId6"/>
      <p:italic r:id="rId7"/>
      <p:boldItalic r:id="rId8"/>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117" algn="l" rtl="0" fontAlgn="base">
      <a:spcBef>
        <a:spcPct val="0"/>
      </a:spcBef>
      <a:spcAft>
        <a:spcPct val="0"/>
      </a:spcAft>
      <a:defRPr kern="1200">
        <a:solidFill>
          <a:schemeClr val="tx1"/>
        </a:solidFill>
        <a:latin typeface="Arial" charset="0"/>
        <a:ea typeface="+mn-ea"/>
        <a:cs typeface="+mn-cs"/>
      </a:defRPr>
    </a:lvl2pPr>
    <a:lvl3pPr marL="914235" algn="l" rtl="0" fontAlgn="base">
      <a:spcBef>
        <a:spcPct val="0"/>
      </a:spcBef>
      <a:spcAft>
        <a:spcPct val="0"/>
      </a:spcAft>
      <a:defRPr kern="1200">
        <a:solidFill>
          <a:schemeClr val="tx1"/>
        </a:solidFill>
        <a:latin typeface="Arial" charset="0"/>
        <a:ea typeface="+mn-ea"/>
        <a:cs typeface="+mn-cs"/>
      </a:defRPr>
    </a:lvl3pPr>
    <a:lvl4pPr marL="1371353" algn="l" rtl="0" fontAlgn="base">
      <a:spcBef>
        <a:spcPct val="0"/>
      </a:spcBef>
      <a:spcAft>
        <a:spcPct val="0"/>
      </a:spcAft>
      <a:defRPr kern="1200">
        <a:solidFill>
          <a:schemeClr val="tx1"/>
        </a:solidFill>
        <a:latin typeface="Arial" charset="0"/>
        <a:ea typeface="+mn-ea"/>
        <a:cs typeface="+mn-cs"/>
      </a:defRPr>
    </a:lvl4pPr>
    <a:lvl5pPr marL="1828470" algn="l" rtl="0" fontAlgn="base">
      <a:spcBef>
        <a:spcPct val="0"/>
      </a:spcBef>
      <a:spcAft>
        <a:spcPct val="0"/>
      </a:spcAft>
      <a:defRPr kern="1200">
        <a:solidFill>
          <a:schemeClr val="tx1"/>
        </a:solidFill>
        <a:latin typeface="Arial" charset="0"/>
        <a:ea typeface="+mn-ea"/>
        <a:cs typeface="+mn-cs"/>
      </a:defRPr>
    </a:lvl5pPr>
    <a:lvl6pPr marL="2285588" algn="l" defTabSz="914235" rtl="0" eaLnBrk="1" latinLnBrk="0" hangingPunct="1">
      <a:defRPr kern="1200">
        <a:solidFill>
          <a:schemeClr val="tx1"/>
        </a:solidFill>
        <a:latin typeface="Arial" charset="0"/>
        <a:ea typeface="+mn-ea"/>
        <a:cs typeface="+mn-cs"/>
      </a:defRPr>
    </a:lvl6pPr>
    <a:lvl7pPr marL="2742705" algn="l" defTabSz="914235" rtl="0" eaLnBrk="1" latinLnBrk="0" hangingPunct="1">
      <a:defRPr kern="1200">
        <a:solidFill>
          <a:schemeClr val="tx1"/>
        </a:solidFill>
        <a:latin typeface="Arial" charset="0"/>
        <a:ea typeface="+mn-ea"/>
        <a:cs typeface="+mn-cs"/>
      </a:defRPr>
    </a:lvl7pPr>
    <a:lvl8pPr marL="3199823" algn="l" defTabSz="914235" rtl="0" eaLnBrk="1" latinLnBrk="0" hangingPunct="1">
      <a:defRPr kern="1200">
        <a:solidFill>
          <a:schemeClr val="tx1"/>
        </a:solidFill>
        <a:latin typeface="Arial" charset="0"/>
        <a:ea typeface="+mn-ea"/>
        <a:cs typeface="+mn-cs"/>
      </a:defRPr>
    </a:lvl8pPr>
    <a:lvl9pPr marL="3656940" algn="l" defTabSz="914235"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991" userDrawn="1">
          <p15:clr>
            <a:srgbClr val="A4A3A4"/>
          </p15:clr>
        </p15:guide>
        <p15:guide id="2" orient="horz" pos="1193" userDrawn="1">
          <p15:clr>
            <a:srgbClr val="A4A3A4"/>
          </p15:clr>
        </p15:guide>
        <p15:guide id="3" orient="horz" pos="8576" userDrawn="1">
          <p15:clr>
            <a:srgbClr val="A4A3A4"/>
          </p15:clr>
        </p15:guide>
        <p15:guide id="4" pos="778" userDrawn="1">
          <p15:clr>
            <a:srgbClr val="A4A3A4"/>
          </p15:clr>
        </p15:guide>
        <p15:guide id="5" pos="235" userDrawn="1">
          <p15:clr>
            <a:srgbClr val="A4A3A4"/>
          </p15:clr>
        </p15:guide>
        <p15:guide id="6" orient="horz" pos="2071" userDrawn="1">
          <p15:clr>
            <a:srgbClr val="A4A3A4"/>
          </p15:clr>
        </p15:guide>
        <p15:guide id="7" orient="horz" pos="826" userDrawn="1">
          <p15:clr>
            <a:srgbClr val="A4A3A4"/>
          </p15:clr>
        </p15:guide>
        <p15:guide id="8" orient="horz" pos="5937" userDrawn="1">
          <p15:clr>
            <a:srgbClr val="A4A3A4"/>
          </p15:clr>
        </p15:guide>
        <p15:guide id="9" pos="1124" userDrawn="1">
          <p15:clr>
            <a:srgbClr val="A4A3A4"/>
          </p15:clr>
        </p15:guide>
        <p15:guide id="10" pos="339" userDrawn="1">
          <p15:clr>
            <a:srgbClr val="A4A3A4"/>
          </p15:clr>
        </p15:guide>
      </p15:sldGuideLst>
    </p:ext>
    <p:ext uri="{2D200454-40CA-4A62-9FC3-DE9A4176ACB9}">
      <p15:notesGuideLst xmlns:p15="http://schemas.microsoft.com/office/powerpoint/2012/main">
        <p15:guide id="1" orient="horz" pos="3221" userDrawn="1">
          <p15:clr>
            <a:srgbClr val="A4A3A4"/>
          </p15:clr>
        </p15:guide>
        <p15:guide id="2" pos="223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elson, David T." initials="FDT" lastIdx="7" clrIdx="0">
    <p:extLst>
      <p:ext uri="{19B8F6BF-5375-455C-9EA6-DF929625EA0E}">
        <p15:presenceInfo xmlns:p15="http://schemas.microsoft.com/office/powerpoint/2012/main" userId="S-1-5-21-848115496-1524922173-1168901340-650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2B91"/>
    <a:srgbClr val="262626"/>
    <a:srgbClr val="1D1D1D"/>
    <a:srgbClr val="34BE52"/>
    <a:srgbClr val="FFCC33"/>
    <a:srgbClr val="FFD034"/>
    <a:srgbClr val="6E2399"/>
    <a:srgbClr val="FFD800"/>
    <a:srgbClr val="62239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EB6EC-B00C-4D1A-B73F-78C80CA4742F}" v="132" dt="2026-06-05T13:09:06.458"/>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70" d="100"/>
          <a:sy n="170" d="100"/>
        </p:scale>
        <p:origin x="408" y="-5724"/>
      </p:cViewPr>
      <p:guideLst>
        <p:guide orient="horz" pos="2991"/>
        <p:guide orient="horz" pos="1193"/>
        <p:guide orient="horz" pos="8576"/>
        <p:guide pos="778"/>
        <p:guide pos="235"/>
        <p:guide orient="horz" pos="2071"/>
        <p:guide orient="horz" pos="826"/>
        <p:guide orient="horz" pos="5937"/>
        <p:guide pos="1124"/>
        <p:guide pos="33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221"/>
        <p:guide pos="223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viewProps" Target="viewProps.xml"/><Relationship Id="rId5" Type="http://schemas.openxmlformats.org/officeDocument/2006/relationships/font" Target="fonts/font1.fntdata"/><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handoutMaster" Target="handoutMasters/handout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l wilfried Lakena kouatche" userId="865b7155-aa98-4a08-986b-391402aba97a" providerId="ADAL" clId="{9ED40D3D-F64E-4B5F-9BF8-70A19DD51F0B}"/>
    <pc:docChg chg="undo custSel modSld">
      <pc:chgData name="Gill wilfried Lakena kouatche" userId="865b7155-aa98-4a08-986b-391402aba97a" providerId="ADAL" clId="{9ED40D3D-F64E-4B5F-9BF8-70A19DD51F0B}" dt="2026-06-05T13:14:03.462" v="3647" actId="1035"/>
      <pc:docMkLst>
        <pc:docMk/>
      </pc:docMkLst>
      <pc:sldChg chg="addSp delSp modSp mod setBg">
        <pc:chgData name="Gill wilfried Lakena kouatche" userId="865b7155-aa98-4a08-986b-391402aba97a" providerId="ADAL" clId="{9ED40D3D-F64E-4B5F-9BF8-70A19DD51F0B}" dt="2026-06-05T13:14:03.462" v="3647" actId="1035"/>
        <pc:sldMkLst>
          <pc:docMk/>
          <pc:sldMk cId="0" sldId="257"/>
        </pc:sldMkLst>
        <pc:spChg chg="add del mod">
          <ac:chgData name="Gill wilfried Lakena kouatche" userId="865b7155-aa98-4a08-986b-391402aba97a" providerId="ADAL" clId="{9ED40D3D-F64E-4B5F-9BF8-70A19DD51F0B}" dt="2026-06-05T09:44:29.922" v="2325" actId="21"/>
          <ac:spMkLst>
            <pc:docMk/>
            <pc:sldMk cId="0" sldId="257"/>
            <ac:spMk id="2" creationId="{C7B2510C-3AC2-5E77-E543-915828BB028D}"/>
          </ac:spMkLst>
        </pc:spChg>
        <pc:spChg chg="add mod">
          <ac:chgData name="Gill wilfried Lakena kouatche" userId="865b7155-aa98-4a08-986b-391402aba97a" providerId="ADAL" clId="{9ED40D3D-F64E-4B5F-9BF8-70A19DD51F0B}" dt="2026-06-05T08:54:37.249" v="1894" actId="164"/>
          <ac:spMkLst>
            <pc:docMk/>
            <pc:sldMk cId="0" sldId="257"/>
            <ac:spMk id="3" creationId="{9FF5DCEF-FA98-E658-6849-0C84ED02217B}"/>
          </ac:spMkLst>
        </pc:spChg>
        <pc:spChg chg="add del mod">
          <ac:chgData name="Gill wilfried Lakena kouatche" userId="865b7155-aa98-4a08-986b-391402aba97a" providerId="ADAL" clId="{9ED40D3D-F64E-4B5F-9BF8-70A19DD51F0B}" dt="2026-06-05T08:52:06.339" v="1856" actId="21"/>
          <ac:spMkLst>
            <pc:docMk/>
            <pc:sldMk cId="0" sldId="257"/>
            <ac:spMk id="4" creationId="{E27263DF-5C55-07FF-4F53-F3A8FA5A1538}"/>
          </ac:spMkLst>
        </pc:spChg>
        <pc:spChg chg="del mod">
          <ac:chgData name="Gill wilfried Lakena kouatche" userId="865b7155-aa98-4a08-986b-391402aba97a" providerId="ADAL" clId="{9ED40D3D-F64E-4B5F-9BF8-70A19DD51F0B}" dt="2026-06-04T12:42:25.621" v="13" actId="21"/>
          <ac:spMkLst>
            <pc:docMk/>
            <pc:sldMk cId="0" sldId="257"/>
            <ac:spMk id="5" creationId="{6C99DD00-6668-54D4-FB1F-202C5518BFA0}"/>
          </ac:spMkLst>
        </pc:spChg>
        <pc:spChg chg="add mod">
          <ac:chgData name="Gill wilfried Lakena kouatche" userId="865b7155-aa98-4a08-986b-391402aba97a" providerId="ADAL" clId="{9ED40D3D-F64E-4B5F-9BF8-70A19DD51F0B}" dt="2026-06-05T08:55:00.034" v="1910" actId="20577"/>
          <ac:spMkLst>
            <pc:docMk/>
            <pc:sldMk cId="0" sldId="257"/>
            <ac:spMk id="6" creationId="{3C503638-9A20-60DB-0F61-BF79258BCA6E}"/>
          </ac:spMkLst>
        </pc:spChg>
        <pc:spChg chg="mod">
          <ac:chgData name="Gill wilfried Lakena kouatche" userId="865b7155-aa98-4a08-986b-391402aba97a" providerId="ADAL" clId="{9ED40D3D-F64E-4B5F-9BF8-70A19DD51F0B}" dt="2026-06-05T09:04:52.651" v="1911" actId="165"/>
          <ac:spMkLst>
            <pc:docMk/>
            <pc:sldMk cId="0" sldId="257"/>
            <ac:spMk id="7" creationId="{9E6FB6A1-0457-47C8-8467-5643F9B6EEDE}"/>
          </ac:spMkLst>
        </pc:spChg>
        <pc:spChg chg="add mod">
          <ac:chgData name="Gill wilfried Lakena kouatche" userId="865b7155-aa98-4a08-986b-391402aba97a" providerId="ADAL" clId="{9ED40D3D-F64E-4B5F-9BF8-70A19DD51F0B}" dt="2026-06-05T09:48:26.672" v="2475" actId="14100"/>
          <ac:spMkLst>
            <pc:docMk/>
            <pc:sldMk cId="0" sldId="257"/>
            <ac:spMk id="11" creationId="{56919BAE-F770-CAF9-6F14-0DAC2061020F}"/>
          </ac:spMkLst>
        </pc:spChg>
        <pc:spChg chg="del mod">
          <ac:chgData name="Gill wilfried Lakena kouatche" userId="865b7155-aa98-4a08-986b-391402aba97a" providerId="ADAL" clId="{9ED40D3D-F64E-4B5F-9BF8-70A19DD51F0B}" dt="2026-06-04T13:03:59.832" v="584" actId="21"/>
          <ac:spMkLst>
            <pc:docMk/>
            <pc:sldMk cId="0" sldId="257"/>
            <ac:spMk id="11" creationId="{E27263DF-5C55-07FF-4F53-F3A8FA5A1538}"/>
          </ac:spMkLst>
        </pc:spChg>
        <pc:spChg chg="add">
          <ac:chgData name="Gill wilfried Lakena kouatche" userId="865b7155-aa98-4a08-986b-391402aba97a" providerId="ADAL" clId="{9ED40D3D-F64E-4B5F-9BF8-70A19DD51F0B}" dt="2026-06-05T09:14:16.707" v="2063"/>
          <ac:spMkLst>
            <pc:docMk/>
            <pc:sldMk cId="0" sldId="257"/>
            <ac:spMk id="12" creationId="{35C3E2D9-D321-9407-177A-0D341287AB96}"/>
          </ac:spMkLst>
        </pc:spChg>
        <pc:spChg chg="add del mod ord">
          <ac:chgData name="Gill wilfried Lakena kouatche" userId="865b7155-aa98-4a08-986b-391402aba97a" providerId="ADAL" clId="{9ED40D3D-F64E-4B5F-9BF8-70A19DD51F0B}" dt="2026-06-05T09:50:36.132" v="2476" actId="113"/>
          <ac:spMkLst>
            <pc:docMk/>
            <pc:sldMk cId="0" sldId="257"/>
            <ac:spMk id="13" creationId="{0C21C15B-4A9C-ACEC-0F60-BCA6C71B8C79}"/>
          </ac:spMkLst>
        </pc:spChg>
        <pc:spChg chg="add mod ord">
          <ac:chgData name="Gill wilfried Lakena kouatche" userId="865b7155-aa98-4a08-986b-391402aba97a" providerId="ADAL" clId="{9ED40D3D-F64E-4B5F-9BF8-70A19DD51F0B}" dt="2026-06-05T09:48:13.351" v="2474" actId="14100"/>
          <ac:spMkLst>
            <pc:docMk/>
            <pc:sldMk cId="0" sldId="257"/>
            <ac:spMk id="14" creationId="{BF0A8BF4-CDDC-916B-EE17-F15BEF04C8E2}"/>
          </ac:spMkLst>
        </pc:spChg>
        <pc:spChg chg="mod topLvl">
          <ac:chgData name="Gill wilfried Lakena kouatche" userId="865b7155-aa98-4a08-986b-391402aba97a" providerId="ADAL" clId="{9ED40D3D-F64E-4B5F-9BF8-70A19DD51F0B}" dt="2026-06-05T09:52:11.095" v="2490" actId="20577"/>
          <ac:spMkLst>
            <pc:docMk/>
            <pc:sldMk cId="0" sldId="257"/>
            <ac:spMk id="15" creationId="{A396129E-AC90-6C62-87E1-483EB4ADA43A}"/>
          </ac:spMkLst>
        </pc:spChg>
        <pc:spChg chg="del mod">
          <ac:chgData name="Gill wilfried Lakena kouatche" userId="865b7155-aa98-4a08-986b-391402aba97a" providerId="ADAL" clId="{9ED40D3D-F64E-4B5F-9BF8-70A19DD51F0B}" dt="2026-06-04T12:47:39.667" v="396" actId="21"/>
          <ac:spMkLst>
            <pc:docMk/>
            <pc:sldMk cId="0" sldId="257"/>
            <ac:spMk id="20" creationId="{E2A51A59-DAD4-B0BC-01EA-845D1ECB819B}"/>
          </ac:spMkLst>
        </pc:spChg>
        <pc:spChg chg="mod">
          <ac:chgData name="Gill wilfried Lakena kouatche" userId="865b7155-aa98-4a08-986b-391402aba97a" providerId="ADAL" clId="{9ED40D3D-F64E-4B5F-9BF8-70A19DD51F0B}" dt="2026-06-05T08:50:24.206" v="1808" actId="1036"/>
          <ac:spMkLst>
            <pc:docMk/>
            <pc:sldMk cId="0" sldId="257"/>
            <ac:spMk id="21" creationId="{A675372E-E521-8ABD-C657-920755FA7EDA}"/>
          </ac:spMkLst>
        </pc:spChg>
        <pc:spChg chg="add del mod ord">
          <ac:chgData name="Gill wilfried Lakena kouatche" userId="865b7155-aa98-4a08-986b-391402aba97a" providerId="ADAL" clId="{9ED40D3D-F64E-4B5F-9BF8-70A19DD51F0B}" dt="2026-06-05T10:35:00.891" v="2589" actId="21"/>
          <ac:spMkLst>
            <pc:docMk/>
            <pc:sldMk cId="0" sldId="257"/>
            <ac:spMk id="26" creationId="{6C86A239-E417-421C-C534-08EF8DEA86A8}"/>
          </ac:spMkLst>
        </pc:spChg>
        <pc:spChg chg="del">
          <ac:chgData name="Gill wilfried Lakena kouatche" userId="865b7155-aa98-4a08-986b-391402aba97a" providerId="ADAL" clId="{9ED40D3D-F64E-4B5F-9BF8-70A19DD51F0B}" dt="2026-06-05T10:14:32.597" v="2562" actId="478"/>
          <ac:spMkLst>
            <pc:docMk/>
            <pc:sldMk cId="0" sldId="257"/>
            <ac:spMk id="28" creationId="{BA80CC73-2A51-4904-8D6B-244D8E234B5A}"/>
          </ac:spMkLst>
        </pc:spChg>
        <pc:spChg chg="mod">
          <ac:chgData name="Gill wilfried Lakena kouatche" userId="865b7155-aa98-4a08-986b-391402aba97a" providerId="ADAL" clId="{9ED40D3D-F64E-4B5F-9BF8-70A19DD51F0B}" dt="2026-06-04T12:43:41.929" v="69" actId="20577"/>
          <ac:spMkLst>
            <pc:docMk/>
            <pc:sldMk cId="0" sldId="257"/>
            <ac:spMk id="29" creationId="{B67F3DAD-0C5E-F2FC-65B6-ADE17F70B8BC}"/>
          </ac:spMkLst>
        </pc:spChg>
        <pc:spChg chg="mod">
          <ac:chgData name="Gill wilfried Lakena kouatche" userId="865b7155-aa98-4a08-986b-391402aba97a" providerId="ADAL" clId="{9ED40D3D-F64E-4B5F-9BF8-70A19DD51F0B}" dt="2026-06-05T09:20:18.360" v="2238" actId="1035"/>
          <ac:spMkLst>
            <pc:docMk/>
            <pc:sldMk cId="0" sldId="257"/>
            <ac:spMk id="32" creationId="{0D826FFA-6DE9-0506-A0AB-462C892F4F01}"/>
          </ac:spMkLst>
        </pc:spChg>
        <pc:spChg chg="del mod">
          <ac:chgData name="Gill wilfried Lakena kouatche" userId="865b7155-aa98-4a08-986b-391402aba97a" providerId="ADAL" clId="{9ED40D3D-F64E-4B5F-9BF8-70A19DD51F0B}" dt="2026-06-05T09:08:28.683" v="2021" actId="21"/>
          <ac:spMkLst>
            <pc:docMk/>
            <pc:sldMk cId="0" sldId="257"/>
            <ac:spMk id="39" creationId="{745943B8-7366-9C90-1AEE-4A96F1B6EBBF}"/>
          </ac:spMkLst>
        </pc:spChg>
        <pc:spChg chg="add mod">
          <ac:chgData name="Gill wilfried Lakena kouatche" userId="865b7155-aa98-4a08-986b-391402aba97a" providerId="ADAL" clId="{9ED40D3D-F64E-4B5F-9BF8-70A19DD51F0B}" dt="2026-06-05T13:07:43.860" v="3483" actId="1035"/>
          <ac:spMkLst>
            <pc:docMk/>
            <pc:sldMk cId="0" sldId="257"/>
            <ac:spMk id="44" creationId="{F61A9BD8-C36B-B4CB-05B0-EE14773ED65E}"/>
          </ac:spMkLst>
        </pc:spChg>
        <pc:spChg chg="add mod">
          <ac:chgData name="Gill wilfried Lakena kouatche" userId="865b7155-aa98-4a08-986b-391402aba97a" providerId="ADAL" clId="{9ED40D3D-F64E-4B5F-9BF8-70A19DD51F0B}" dt="2026-06-05T13:07:56.727" v="3526" actId="1036"/>
          <ac:spMkLst>
            <pc:docMk/>
            <pc:sldMk cId="0" sldId="257"/>
            <ac:spMk id="45" creationId="{DDC8F41E-26A7-0819-3FDF-DE963D983061}"/>
          </ac:spMkLst>
        </pc:spChg>
        <pc:spChg chg="add mod">
          <ac:chgData name="Gill wilfried Lakena kouatche" userId="865b7155-aa98-4a08-986b-391402aba97a" providerId="ADAL" clId="{9ED40D3D-F64E-4B5F-9BF8-70A19DD51F0B}" dt="2026-06-05T13:13:45.028" v="3626" actId="20577"/>
          <ac:spMkLst>
            <pc:docMk/>
            <pc:sldMk cId="0" sldId="257"/>
            <ac:spMk id="46" creationId="{47A651E1-D604-2AC9-5E00-929817CA390D}"/>
          </ac:spMkLst>
        </pc:spChg>
        <pc:spChg chg="del mod">
          <ac:chgData name="Gill wilfried Lakena kouatche" userId="865b7155-aa98-4a08-986b-391402aba97a" providerId="ADAL" clId="{9ED40D3D-F64E-4B5F-9BF8-70A19DD51F0B}" dt="2026-06-05T10:14:30.565" v="2561" actId="478"/>
          <ac:spMkLst>
            <pc:docMk/>
            <pc:sldMk cId="0" sldId="257"/>
            <ac:spMk id="48" creationId="{FB91DA6E-3C33-D10F-67EE-34A257EFCE3E}"/>
          </ac:spMkLst>
        </pc:spChg>
        <pc:spChg chg="del mod">
          <ac:chgData name="Gill wilfried Lakena kouatche" userId="865b7155-aa98-4a08-986b-391402aba97a" providerId="ADAL" clId="{9ED40D3D-F64E-4B5F-9BF8-70A19DD51F0B}" dt="2026-06-04T12:48:50.274" v="407" actId="21"/>
          <ac:spMkLst>
            <pc:docMk/>
            <pc:sldMk cId="0" sldId="257"/>
            <ac:spMk id="53" creationId="{CD3B4D53-1451-F9A8-24AC-7BD874B6ADFD}"/>
          </ac:spMkLst>
        </pc:spChg>
        <pc:spChg chg="add mod">
          <ac:chgData name="Gill wilfried Lakena kouatche" userId="865b7155-aa98-4a08-986b-391402aba97a" providerId="ADAL" clId="{9ED40D3D-F64E-4B5F-9BF8-70A19DD51F0B}" dt="2026-06-05T13:06:49.564" v="3398" actId="1076"/>
          <ac:spMkLst>
            <pc:docMk/>
            <pc:sldMk cId="0" sldId="257"/>
            <ac:spMk id="56" creationId="{9FD05E1A-AACC-426D-689F-A07FBE99F666}"/>
          </ac:spMkLst>
        </pc:spChg>
        <pc:spChg chg="add mod">
          <ac:chgData name="Gill wilfried Lakena kouatche" userId="865b7155-aa98-4a08-986b-391402aba97a" providerId="ADAL" clId="{9ED40D3D-F64E-4B5F-9BF8-70A19DD51F0B}" dt="2026-06-05T13:00:51.056" v="3294" actId="1076"/>
          <ac:spMkLst>
            <pc:docMk/>
            <pc:sldMk cId="0" sldId="257"/>
            <ac:spMk id="59" creationId="{030093E8-931A-4C5A-5193-EBF77478CAC1}"/>
          </ac:spMkLst>
        </pc:spChg>
        <pc:grpChg chg="add mod">
          <ac:chgData name="Gill wilfried Lakena kouatche" userId="865b7155-aa98-4a08-986b-391402aba97a" providerId="ADAL" clId="{9ED40D3D-F64E-4B5F-9BF8-70A19DD51F0B}" dt="2026-06-05T08:54:37.249" v="1894" actId="164"/>
          <ac:grpSpMkLst>
            <pc:docMk/>
            <pc:sldMk cId="0" sldId="257"/>
            <ac:grpSpMk id="9" creationId="{E99BE432-76C8-C02B-44E3-CC0DEB0F4D12}"/>
          </ac:grpSpMkLst>
        </pc:grpChg>
        <pc:grpChg chg="add mod">
          <ac:chgData name="Gill wilfried Lakena kouatche" userId="865b7155-aa98-4a08-986b-391402aba97a" providerId="ADAL" clId="{9ED40D3D-F64E-4B5F-9BF8-70A19DD51F0B}" dt="2026-06-05T10:08:03.507" v="2560" actId="1035"/>
          <ac:grpSpMkLst>
            <pc:docMk/>
            <pc:sldMk cId="0" sldId="257"/>
            <ac:grpSpMk id="10" creationId="{98C84CBC-3215-7FA2-05E8-593252CE6367}"/>
          </ac:grpSpMkLst>
        </pc:grpChg>
        <pc:grpChg chg="add mod">
          <ac:chgData name="Gill wilfried Lakena kouatche" userId="865b7155-aa98-4a08-986b-391402aba97a" providerId="ADAL" clId="{9ED40D3D-F64E-4B5F-9BF8-70A19DD51F0B}" dt="2026-06-05T13:07:23.276" v="3430" actId="1036"/>
          <ac:grpSpMkLst>
            <pc:docMk/>
            <pc:sldMk cId="0" sldId="257"/>
            <ac:grpSpMk id="43" creationId="{4C97B138-6901-364F-F071-4B365E4B3247}"/>
          </ac:grpSpMkLst>
        </pc:grpChg>
        <pc:grpChg chg="add del mod">
          <ac:chgData name="Gill wilfried Lakena kouatche" userId="865b7155-aa98-4a08-986b-391402aba97a" providerId="ADAL" clId="{9ED40D3D-F64E-4B5F-9BF8-70A19DD51F0B}" dt="2026-06-05T13:09:06.458" v="3558" actId="165"/>
          <ac:grpSpMkLst>
            <pc:docMk/>
            <pc:sldMk cId="0" sldId="257"/>
            <ac:grpSpMk id="54" creationId="{ED987B9C-6072-80A4-8694-5D2198DFC162}"/>
          </ac:grpSpMkLst>
        </pc:grpChg>
        <pc:grpChg chg="mod topLvl">
          <ac:chgData name="Gill wilfried Lakena kouatche" userId="865b7155-aa98-4a08-986b-391402aba97a" providerId="ADAL" clId="{9ED40D3D-F64E-4B5F-9BF8-70A19DD51F0B}" dt="2026-06-05T09:05:03.989" v="1912" actId="164"/>
          <ac:grpSpMkLst>
            <pc:docMk/>
            <pc:sldMk cId="0" sldId="257"/>
            <ac:grpSpMk id="65" creationId="{2EDA37D3-D833-FC78-4C13-588F0C5BA981}"/>
          </ac:grpSpMkLst>
        </pc:grpChg>
        <pc:grpChg chg="del">
          <ac:chgData name="Gill wilfried Lakena kouatche" userId="865b7155-aa98-4a08-986b-391402aba97a" providerId="ADAL" clId="{9ED40D3D-F64E-4B5F-9BF8-70A19DD51F0B}" dt="2026-06-05T09:04:52.651" v="1911" actId="165"/>
          <ac:grpSpMkLst>
            <pc:docMk/>
            <pc:sldMk cId="0" sldId="257"/>
            <ac:grpSpMk id="70" creationId="{ADE9B252-25C9-E0F5-62CF-A0A053EFA801}"/>
          </ac:grpSpMkLst>
        </pc:grpChg>
        <pc:graphicFrameChg chg="add mod">
          <ac:chgData name="Gill wilfried Lakena kouatche" userId="865b7155-aa98-4a08-986b-391402aba97a" providerId="ADAL" clId="{9ED40D3D-F64E-4B5F-9BF8-70A19DD51F0B}" dt="2026-06-05T09:45:45.372" v="2411" actId="12084"/>
          <ac:graphicFrameMkLst>
            <pc:docMk/>
            <pc:sldMk cId="0" sldId="257"/>
            <ac:graphicFrameMk id="16" creationId="{6E4284CA-75AF-04D1-FECC-3BFC51E138C8}"/>
          </ac:graphicFrameMkLst>
        </pc:graphicFrameChg>
        <pc:picChg chg="del">
          <ac:chgData name="Gill wilfried Lakena kouatche" userId="865b7155-aa98-4a08-986b-391402aba97a" providerId="ADAL" clId="{9ED40D3D-F64E-4B5F-9BF8-70A19DD51F0B}" dt="2026-06-05T08:48:33.909" v="1598" actId="478"/>
          <ac:picMkLst>
            <pc:docMk/>
            <pc:sldMk cId="0" sldId="257"/>
            <ac:picMk id="8" creationId="{4D1B999A-3DAC-E00B-E3A6-9D8ADAAA156F}"/>
          </ac:picMkLst>
        </pc:picChg>
        <pc:picChg chg="add mod">
          <ac:chgData name="Gill wilfried Lakena kouatche" userId="865b7155-aa98-4a08-986b-391402aba97a" providerId="ADAL" clId="{9ED40D3D-F64E-4B5F-9BF8-70A19DD51F0B}" dt="2026-06-05T12:53:25.080" v="3135" actId="1076"/>
          <ac:picMkLst>
            <pc:docMk/>
            <pc:sldMk cId="0" sldId="257"/>
            <ac:picMk id="18" creationId="{7F33D73D-9901-6D83-FF03-06F49FCFF2BF}"/>
          </ac:picMkLst>
        </pc:picChg>
        <pc:picChg chg="add del mod modCrop">
          <ac:chgData name="Gill wilfried Lakena kouatche" userId="865b7155-aa98-4a08-986b-391402aba97a" providerId="ADAL" clId="{9ED40D3D-F64E-4B5F-9BF8-70A19DD51F0B}" dt="2026-06-05T10:32:47.510" v="2567" actId="21"/>
          <ac:picMkLst>
            <pc:docMk/>
            <pc:sldMk cId="0" sldId="257"/>
            <ac:picMk id="20" creationId="{58704D40-C085-E1A0-BAAE-CBBCF9DCF87E}"/>
          </ac:picMkLst>
        </pc:picChg>
        <pc:picChg chg="add del mod">
          <ac:chgData name="Gill wilfried Lakena kouatche" userId="865b7155-aa98-4a08-986b-391402aba97a" providerId="ADAL" clId="{9ED40D3D-F64E-4B5F-9BF8-70A19DD51F0B}" dt="2026-06-05T10:32:51.512" v="2569" actId="478"/>
          <ac:picMkLst>
            <pc:docMk/>
            <pc:sldMk cId="0" sldId="257"/>
            <ac:picMk id="22" creationId="{58704D40-C085-E1A0-BAAE-CBBCF9DCF87E}"/>
          </ac:picMkLst>
        </pc:picChg>
        <pc:picChg chg="mod">
          <ac:chgData name="Gill wilfried Lakena kouatche" userId="865b7155-aa98-4a08-986b-391402aba97a" providerId="ADAL" clId="{9ED40D3D-F64E-4B5F-9BF8-70A19DD51F0B}" dt="2026-06-05T08:52:31.149" v="1860" actId="1076"/>
          <ac:picMkLst>
            <pc:docMk/>
            <pc:sldMk cId="0" sldId="257"/>
            <ac:picMk id="23" creationId="{09827C8A-396D-48DD-6A84-D2C6A66C27E9}"/>
          </ac:picMkLst>
        </pc:picChg>
        <pc:picChg chg="add del mod">
          <ac:chgData name="Gill wilfried Lakena kouatche" userId="865b7155-aa98-4a08-986b-391402aba97a" providerId="ADAL" clId="{9ED40D3D-F64E-4B5F-9BF8-70A19DD51F0B}" dt="2026-06-05T10:36:51.436" v="2590" actId="21"/>
          <ac:picMkLst>
            <pc:docMk/>
            <pc:sldMk cId="0" sldId="257"/>
            <ac:picMk id="25" creationId="{A9A49EFC-31DC-F83B-4103-082703CBB34D}"/>
          </ac:picMkLst>
        </pc:picChg>
        <pc:picChg chg="add del mod">
          <ac:chgData name="Gill wilfried Lakena kouatche" userId="865b7155-aa98-4a08-986b-391402aba97a" providerId="ADAL" clId="{9ED40D3D-F64E-4B5F-9BF8-70A19DD51F0B}" dt="2026-06-05T10:37:57.485" v="2592" actId="21"/>
          <ac:picMkLst>
            <pc:docMk/>
            <pc:sldMk cId="0" sldId="257"/>
            <ac:picMk id="27" creationId="{A9A49EFC-31DC-F83B-4103-082703CBB34D}"/>
          </ac:picMkLst>
        </pc:picChg>
        <pc:picChg chg="add del mod">
          <ac:chgData name="Gill wilfried Lakena kouatche" userId="865b7155-aa98-4a08-986b-391402aba97a" providerId="ADAL" clId="{9ED40D3D-F64E-4B5F-9BF8-70A19DD51F0B}" dt="2026-06-05T10:38:24.960" v="2598" actId="21"/>
          <ac:picMkLst>
            <pc:docMk/>
            <pc:sldMk cId="0" sldId="257"/>
            <ac:picMk id="31" creationId="{82146AA0-7E9E-247A-EE48-9B5F57190994}"/>
          </ac:picMkLst>
        </pc:picChg>
        <pc:picChg chg="add del mod">
          <ac:chgData name="Gill wilfried Lakena kouatche" userId="865b7155-aa98-4a08-986b-391402aba97a" providerId="ADAL" clId="{9ED40D3D-F64E-4B5F-9BF8-70A19DD51F0B}" dt="2026-06-05T10:39:58.540" v="2607" actId="21"/>
          <ac:picMkLst>
            <pc:docMk/>
            <pc:sldMk cId="0" sldId="257"/>
            <ac:picMk id="34" creationId="{1082E216-4BD6-59B6-9126-8215AE6ED99D}"/>
          </ac:picMkLst>
        </pc:picChg>
        <pc:picChg chg="add mod">
          <ac:chgData name="Gill wilfried Lakena kouatche" userId="865b7155-aa98-4a08-986b-391402aba97a" providerId="ADAL" clId="{9ED40D3D-F64E-4B5F-9BF8-70A19DD51F0B}" dt="2026-06-05T13:06:56.136" v="3414" actId="1036"/>
          <ac:picMkLst>
            <pc:docMk/>
            <pc:sldMk cId="0" sldId="257"/>
            <ac:picMk id="36" creationId="{21372853-6795-85A6-B17A-D37E3D7DDE9D}"/>
          </ac:picMkLst>
        </pc:picChg>
        <pc:picChg chg="add mod">
          <ac:chgData name="Gill wilfried Lakena kouatche" userId="865b7155-aa98-4a08-986b-391402aba97a" providerId="ADAL" clId="{9ED40D3D-F64E-4B5F-9BF8-70A19DD51F0B}" dt="2026-06-05T13:02:04.977" v="3323" actId="1076"/>
          <ac:picMkLst>
            <pc:docMk/>
            <pc:sldMk cId="0" sldId="257"/>
            <ac:picMk id="61" creationId="{231EA3C1-D1DA-CAB7-38A7-5B9CB5FAF37F}"/>
          </ac:picMkLst>
        </pc:picChg>
        <pc:picChg chg="add mod modCrop">
          <ac:chgData name="Gill wilfried Lakena kouatche" userId="865b7155-aa98-4a08-986b-391402aba97a" providerId="ADAL" clId="{9ED40D3D-F64E-4B5F-9BF8-70A19DD51F0B}" dt="2026-06-05T13:14:03.462" v="3647" actId="1035"/>
          <ac:picMkLst>
            <pc:docMk/>
            <pc:sldMk cId="0" sldId="257"/>
            <ac:picMk id="63" creationId="{3DCC9247-443C-C05D-9259-CBEFEB4E61F0}"/>
          </ac:picMkLst>
        </pc:picChg>
        <pc:picChg chg="mod">
          <ac:chgData name="Gill wilfried Lakena kouatche" userId="865b7155-aa98-4a08-986b-391402aba97a" providerId="ADAL" clId="{9ED40D3D-F64E-4B5F-9BF8-70A19DD51F0B}" dt="2026-06-05T09:04:52.651" v="1911" actId="165"/>
          <ac:picMkLst>
            <pc:docMk/>
            <pc:sldMk cId="0" sldId="257"/>
            <ac:picMk id="64" creationId="{C2B76671-4E1E-74F9-F648-E2A83AEB349A}"/>
          </ac:picMkLst>
        </pc:picChg>
        <pc:picChg chg="add mod">
          <ac:chgData name="Gill wilfried Lakena kouatche" userId="865b7155-aa98-4a08-986b-391402aba97a" providerId="ADAL" clId="{9ED40D3D-F64E-4B5F-9BF8-70A19DD51F0B}" dt="2026-06-05T08:50:42.195" v="1812" actId="1076"/>
          <ac:picMkLst>
            <pc:docMk/>
            <pc:sldMk cId="0" sldId="257"/>
            <ac:picMk id="1026" creationId="{0FFD067E-ED2D-2E7B-E48B-E67C6F1FEE78}"/>
          </ac:picMkLst>
        </pc:picChg>
        <pc:picChg chg="add mod">
          <ac:chgData name="Gill wilfried Lakena kouatche" userId="865b7155-aa98-4a08-986b-391402aba97a" providerId="ADAL" clId="{9ED40D3D-F64E-4B5F-9BF8-70A19DD51F0B}" dt="2026-06-05T13:07:50.577" v="3507" actId="1036"/>
          <ac:picMkLst>
            <pc:docMk/>
            <pc:sldMk cId="0" sldId="257"/>
            <ac:picMk id="1029" creationId="{63B6F99F-4522-B946-31EB-C0C83E49E972}"/>
          </ac:picMkLst>
        </pc:picChg>
        <pc:picChg chg="add">
          <ac:chgData name="Gill wilfried Lakena kouatche" userId="865b7155-aa98-4a08-986b-391402aba97a" providerId="ADAL" clId="{9ED40D3D-F64E-4B5F-9BF8-70A19DD51F0B}" dt="2026-06-05T10:49:06.536" v="2831"/>
          <ac:picMkLst>
            <pc:docMk/>
            <pc:sldMk cId="0" sldId="257"/>
            <ac:picMk id="1031" creationId="{773099D8-700A-9570-B425-DD21BB6BFF23}"/>
          </ac:picMkLst>
        </pc:picChg>
        <pc:cxnChg chg="add mod">
          <ac:chgData name="Gill wilfried Lakena kouatche" userId="865b7155-aa98-4a08-986b-391402aba97a" providerId="ADAL" clId="{9ED40D3D-F64E-4B5F-9BF8-70A19DD51F0B}" dt="2026-06-05T12:55:39.722" v="3157" actId="692"/>
          <ac:cxnSpMkLst>
            <pc:docMk/>
            <pc:sldMk cId="0" sldId="257"/>
            <ac:cxnSpMk id="38" creationId="{096F6A50-17D2-D5AF-6A1A-A2B75FE30355}"/>
          </ac:cxnSpMkLst>
        </pc:cxnChg>
        <pc:cxnChg chg="add mod">
          <ac:chgData name="Gill wilfried Lakena kouatche" userId="865b7155-aa98-4a08-986b-391402aba97a" providerId="ADAL" clId="{9ED40D3D-F64E-4B5F-9BF8-70A19DD51F0B}" dt="2026-06-05T12:55:39.722" v="3157" actId="692"/>
          <ac:cxnSpMkLst>
            <pc:docMk/>
            <pc:sldMk cId="0" sldId="257"/>
            <ac:cxnSpMk id="40" creationId="{DA701756-E07E-8BC6-D73A-427CD2BFE78A}"/>
          </ac:cxnSpMkLst>
        </pc:cxnChg>
        <pc:cxnChg chg="add mod topLvl">
          <ac:chgData name="Gill wilfried Lakena kouatche" userId="865b7155-aa98-4a08-986b-391402aba97a" providerId="ADAL" clId="{9ED40D3D-F64E-4B5F-9BF8-70A19DD51F0B}" dt="2026-06-05T13:12:57.041" v="3602" actId="1037"/>
          <ac:cxnSpMkLst>
            <pc:docMk/>
            <pc:sldMk cId="0" sldId="257"/>
            <ac:cxnSpMk id="49" creationId="{55AD4224-3A4A-20B5-FD94-7A9396719D3A}"/>
          </ac:cxnSpMkLst>
        </pc:cxnChg>
        <pc:cxnChg chg="add del mod topLvl">
          <ac:chgData name="Gill wilfried Lakena kouatche" userId="865b7155-aa98-4a08-986b-391402aba97a" providerId="ADAL" clId="{9ED40D3D-F64E-4B5F-9BF8-70A19DD51F0B}" dt="2026-06-05T13:10:46.472" v="3583" actId="21"/>
          <ac:cxnSpMkLst>
            <pc:docMk/>
            <pc:sldMk cId="0" sldId="257"/>
            <ac:cxnSpMk id="50" creationId="{48D536D0-6B04-1ABB-1166-BA2EF907AAC5}"/>
          </ac:cxnSpMkLst>
        </pc:cxnChg>
        <pc:cxnChg chg="add mod">
          <ac:chgData name="Gill wilfried Lakena kouatche" userId="865b7155-aa98-4a08-986b-391402aba97a" providerId="ADAL" clId="{9ED40D3D-F64E-4B5F-9BF8-70A19DD51F0B}" dt="2026-06-05T10:56:02.946" v="3032"/>
          <ac:cxnSpMkLst>
            <pc:docMk/>
            <pc:sldMk cId="0" sldId="257"/>
            <ac:cxnSpMk id="55" creationId="{EA98E600-9DC8-4AA2-766E-8B7A54DBE5F8}"/>
          </ac:cxnSpMkLst>
        </pc:cxnChg>
        <pc:cxnChg chg="add mod">
          <ac:chgData name="Gill wilfried Lakena kouatche" userId="865b7155-aa98-4a08-986b-391402aba97a" providerId="ADAL" clId="{9ED40D3D-F64E-4B5F-9BF8-70A19DD51F0B}" dt="2026-06-05T13:05:55.740" v="3397" actId="1036"/>
          <ac:cxnSpMkLst>
            <pc:docMk/>
            <pc:sldMk cId="0" sldId="257"/>
            <ac:cxnSpMk id="58" creationId="{50EEB501-95E1-3833-092D-F18A81ACF6D0}"/>
          </ac:cxnSpMkLst>
        </pc:cxnChg>
        <pc:cxnChg chg="add mod">
          <ac:chgData name="Gill wilfried Lakena kouatche" userId="865b7155-aa98-4a08-986b-391402aba97a" providerId="ADAL" clId="{9ED40D3D-F64E-4B5F-9BF8-70A19DD51F0B}" dt="2026-06-05T13:12:48.583" v="3601" actId="1036"/>
          <ac:cxnSpMkLst>
            <pc:docMk/>
            <pc:sldMk cId="0" sldId="257"/>
            <ac:cxnSpMk id="78" creationId="{E01D95ED-959B-D85C-A4F4-57806A763DD3}"/>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8" y="13"/>
            <a:ext cx="3079203" cy="510587"/>
          </a:xfrm>
          <a:prstGeom prst="rect">
            <a:avLst/>
          </a:prstGeom>
          <a:noFill/>
          <a:ln w="9525">
            <a:noFill/>
            <a:miter lim="800000"/>
            <a:headEnd/>
            <a:tailEnd/>
          </a:ln>
          <a:effectLst/>
        </p:spPr>
        <p:txBody>
          <a:bodyPr vert="horz" wrap="square" lIns="112162" tIns="56084" rIns="112162" bIns="56084" numCol="1" anchor="t" anchorCtr="0" compatLnSpc="1">
            <a:prstTxWarp prst="textNoShape">
              <a:avLst/>
            </a:prstTxWarp>
          </a:bodyPr>
          <a:lstStyle>
            <a:lvl1pPr defTabSz="1122063">
              <a:defRPr sz="1400"/>
            </a:lvl1pPr>
          </a:lstStyle>
          <a:p>
            <a:pPr>
              <a:defRPr/>
            </a:pPr>
            <a:endParaRPr lang="en-US"/>
          </a:p>
        </p:txBody>
      </p:sp>
      <p:sp>
        <p:nvSpPr>
          <p:cNvPr id="9219" name="Rectangle 3"/>
          <p:cNvSpPr>
            <a:spLocks noGrp="1" noChangeArrowheads="1"/>
          </p:cNvSpPr>
          <p:nvPr>
            <p:ph type="dt" sz="quarter" idx="1"/>
          </p:nvPr>
        </p:nvSpPr>
        <p:spPr bwMode="auto">
          <a:xfrm>
            <a:off x="4023212" y="13"/>
            <a:ext cx="3079203" cy="510587"/>
          </a:xfrm>
          <a:prstGeom prst="rect">
            <a:avLst/>
          </a:prstGeom>
          <a:noFill/>
          <a:ln w="9525">
            <a:noFill/>
            <a:miter lim="800000"/>
            <a:headEnd/>
            <a:tailEnd/>
          </a:ln>
          <a:effectLst/>
        </p:spPr>
        <p:txBody>
          <a:bodyPr vert="horz" wrap="square" lIns="112162" tIns="56084" rIns="112162" bIns="56084" numCol="1" anchor="t" anchorCtr="0" compatLnSpc="1">
            <a:prstTxWarp prst="textNoShape">
              <a:avLst/>
            </a:prstTxWarp>
          </a:bodyPr>
          <a:lstStyle>
            <a:lvl1pPr algn="r" defTabSz="1122063">
              <a:defRPr sz="1400"/>
            </a:lvl1pPr>
          </a:lstStyle>
          <a:p>
            <a:pPr>
              <a:defRPr/>
            </a:pPr>
            <a:endParaRPr lang="en-US"/>
          </a:p>
        </p:txBody>
      </p:sp>
      <p:sp>
        <p:nvSpPr>
          <p:cNvPr id="9220" name="Rectangle 4"/>
          <p:cNvSpPr>
            <a:spLocks noGrp="1" noChangeArrowheads="1"/>
          </p:cNvSpPr>
          <p:nvPr>
            <p:ph type="ftr" sz="quarter" idx="2"/>
          </p:nvPr>
        </p:nvSpPr>
        <p:spPr bwMode="auto">
          <a:xfrm>
            <a:off x="8" y="9722401"/>
            <a:ext cx="3079203" cy="510587"/>
          </a:xfrm>
          <a:prstGeom prst="rect">
            <a:avLst/>
          </a:prstGeom>
          <a:noFill/>
          <a:ln w="9525">
            <a:noFill/>
            <a:miter lim="800000"/>
            <a:headEnd/>
            <a:tailEnd/>
          </a:ln>
          <a:effectLst/>
        </p:spPr>
        <p:txBody>
          <a:bodyPr vert="horz" wrap="square" lIns="112162" tIns="56084" rIns="112162" bIns="56084" numCol="1" anchor="b" anchorCtr="0" compatLnSpc="1">
            <a:prstTxWarp prst="textNoShape">
              <a:avLst/>
            </a:prstTxWarp>
          </a:bodyPr>
          <a:lstStyle>
            <a:lvl1pPr defTabSz="1122063">
              <a:defRPr sz="1400"/>
            </a:lvl1pPr>
          </a:lstStyle>
          <a:p>
            <a:pPr>
              <a:defRPr/>
            </a:pPr>
            <a:endParaRPr lang="en-US"/>
          </a:p>
        </p:txBody>
      </p:sp>
      <p:sp>
        <p:nvSpPr>
          <p:cNvPr id="9221" name="Rectangle 5"/>
          <p:cNvSpPr>
            <a:spLocks noGrp="1" noChangeArrowheads="1"/>
          </p:cNvSpPr>
          <p:nvPr>
            <p:ph type="sldNum" sz="quarter" idx="3"/>
          </p:nvPr>
        </p:nvSpPr>
        <p:spPr bwMode="auto">
          <a:xfrm>
            <a:off x="4023212" y="9722401"/>
            <a:ext cx="3079203" cy="510587"/>
          </a:xfrm>
          <a:prstGeom prst="rect">
            <a:avLst/>
          </a:prstGeom>
          <a:noFill/>
          <a:ln w="9525">
            <a:noFill/>
            <a:miter lim="800000"/>
            <a:headEnd/>
            <a:tailEnd/>
          </a:ln>
          <a:effectLst/>
        </p:spPr>
        <p:txBody>
          <a:bodyPr vert="horz" wrap="square" lIns="112162" tIns="56084" rIns="112162" bIns="56084" numCol="1" anchor="b" anchorCtr="0" compatLnSpc="1">
            <a:prstTxWarp prst="textNoShape">
              <a:avLst/>
            </a:prstTxWarp>
          </a:bodyPr>
          <a:lstStyle>
            <a:lvl1pPr algn="r" defTabSz="1122063">
              <a:defRPr sz="1400"/>
            </a:lvl1pPr>
          </a:lstStyle>
          <a:p>
            <a:pPr>
              <a:defRPr/>
            </a:pPr>
            <a:fld id="{7A601E4F-213C-476F-834F-5B642A969BC4}" type="slidenum">
              <a:rPr lang="en-US"/>
              <a:pPr>
                <a:defRPr/>
              </a:pPr>
              <a:t>‹#›</a:t>
            </a:fld>
            <a:endParaRPr lang="en-US"/>
          </a:p>
        </p:txBody>
      </p:sp>
    </p:spTree>
    <p:extLst>
      <p:ext uri="{BB962C8B-B14F-4D97-AF65-F5344CB8AC3E}">
        <p14:creationId xmlns:p14="http://schemas.microsoft.com/office/powerpoint/2010/main" val="4260424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8" y="13"/>
            <a:ext cx="3079203" cy="510587"/>
          </a:xfrm>
          <a:prstGeom prst="rect">
            <a:avLst/>
          </a:prstGeom>
          <a:noFill/>
          <a:ln w="9525">
            <a:noFill/>
            <a:miter lim="800000"/>
            <a:headEnd/>
            <a:tailEnd/>
          </a:ln>
          <a:effectLst/>
        </p:spPr>
        <p:txBody>
          <a:bodyPr vert="horz" wrap="square" lIns="112162" tIns="56084" rIns="112162" bIns="56084" numCol="1" anchor="t" anchorCtr="0" compatLnSpc="1">
            <a:prstTxWarp prst="textNoShape">
              <a:avLst/>
            </a:prstTxWarp>
          </a:bodyPr>
          <a:lstStyle>
            <a:lvl1pPr defTabSz="1122063">
              <a:defRPr sz="1400"/>
            </a:lvl1pPr>
          </a:lstStyle>
          <a:p>
            <a:pPr>
              <a:defRPr/>
            </a:pPr>
            <a:endParaRPr lang="en-US"/>
          </a:p>
        </p:txBody>
      </p:sp>
      <p:sp>
        <p:nvSpPr>
          <p:cNvPr id="10243" name="Rectangle 3"/>
          <p:cNvSpPr>
            <a:spLocks noGrp="1" noChangeArrowheads="1"/>
          </p:cNvSpPr>
          <p:nvPr>
            <p:ph type="dt" idx="1"/>
          </p:nvPr>
        </p:nvSpPr>
        <p:spPr bwMode="auto">
          <a:xfrm>
            <a:off x="4023212" y="13"/>
            <a:ext cx="3079203" cy="510587"/>
          </a:xfrm>
          <a:prstGeom prst="rect">
            <a:avLst/>
          </a:prstGeom>
          <a:noFill/>
          <a:ln w="9525">
            <a:noFill/>
            <a:miter lim="800000"/>
            <a:headEnd/>
            <a:tailEnd/>
          </a:ln>
          <a:effectLst/>
        </p:spPr>
        <p:txBody>
          <a:bodyPr vert="horz" wrap="square" lIns="112162" tIns="56084" rIns="112162" bIns="56084" numCol="1" anchor="t" anchorCtr="0" compatLnSpc="1">
            <a:prstTxWarp prst="textNoShape">
              <a:avLst/>
            </a:prstTxWarp>
          </a:bodyPr>
          <a:lstStyle>
            <a:lvl1pPr algn="r" defTabSz="1122063">
              <a:defRPr sz="1400"/>
            </a:lvl1pPr>
          </a:lstStyle>
          <a:p>
            <a:pPr>
              <a:defRPr/>
            </a:pPr>
            <a:endParaRPr lang="en-US"/>
          </a:p>
        </p:txBody>
      </p:sp>
      <p:sp>
        <p:nvSpPr>
          <p:cNvPr id="3076" name="Rectangle 4"/>
          <p:cNvSpPr>
            <a:spLocks noGrp="1" noRot="1" noChangeAspect="1" noChangeArrowheads="1" noTextEdit="1"/>
          </p:cNvSpPr>
          <p:nvPr>
            <p:ph type="sldImg" idx="2"/>
          </p:nvPr>
        </p:nvSpPr>
        <p:spPr bwMode="auto">
          <a:xfrm>
            <a:off x="2225675" y="769938"/>
            <a:ext cx="2652713" cy="3833812"/>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710090" y="4862028"/>
            <a:ext cx="5683912" cy="4605087"/>
          </a:xfrm>
          <a:prstGeom prst="rect">
            <a:avLst/>
          </a:prstGeom>
          <a:noFill/>
          <a:ln w="9525">
            <a:noFill/>
            <a:miter lim="800000"/>
            <a:headEnd/>
            <a:tailEnd/>
          </a:ln>
          <a:effectLst/>
        </p:spPr>
        <p:txBody>
          <a:bodyPr vert="horz" wrap="square" lIns="112162" tIns="56084" rIns="112162" bIns="560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8" y="9722401"/>
            <a:ext cx="3079203" cy="510587"/>
          </a:xfrm>
          <a:prstGeom prst="rect">
            <a:avLst/>
          </a:prstGeom>
          <a:noFill/>
          <a:ln w="9525">
            <a:noFill/>
            <a:miter lim="800000"/>
            <a:headEnd/>
            <a:tailEnd/>
          </a:ln>
          <a:effectLst/>
        </p:spPr>
        <p:txBody>
          <a:bodyPr vert="horz" wrap="square" lIns="112162" tIns="56084" rIns="112162" bIns="56084" numCol="1" anchor="b" anchorCtr="0" compatLnSpc="1">
            <a:prstTxWarp prst="textNoShape">
              <a:avLst/>
            </a:prstTxWarp>
          </a:bodyPr>
          <a:lstStyle>
            <a:lvl1pPr defTabSz="1122063">
              <a:defRPr sz="1400"/>
            </a:lvl1pPr>
          </a:lstStyle>
          <a:p>
            <a:pPr>
              <a:defRPr/>
            </a:pPr>
            <a:endParaRPr lang="en-US"/>
          </a:p>
        </p:txBody>
      </p:sp>
      <p:sp>
        <p:nvSpPr>
          <p:cNvPr id="10247" name="Rectangle 7"/>
          <p:cNvSpPr>
            <a:spLocks noGrp="1" noChangeArrowheads="1"/>
          </p:cNvSpPr>
          <p:nvPr>
            <p:ph type="sldNum" sz="quarter" idx="5"/>
          </p:nvPr>
        </p:nvSpPr>
        <p:spPr bwMode="auto">
          <a:xfrm>
            <a:off x="4023212" y="9722401"/>
            <a:ext cx="3079203" cy="510587"/>
          </a:xfrm>
          <a:prstGeom prst="rect">
            <a:avLst/>
          </a:prstGeom>
          <a:noFill/>
          <a:ln w="9525">
            <a:noFill/>
            <a:miter lim="800000"/>
            <a:headEnd/>
            <a:tailEnd/>
          </a:ln>
          <a:effectLst/>
        </p:spPr>
        <p:txBody>
          <a:bodyPr vert="horz" wrap="square" lIns="112162" tIns="56084" rIns="112162" bIns="56084" numCol="1" anchor="b" anchorCtr="0" compatLnSpc="1">
            <a:prstTxWarp prst="textNoShape">
              <a:avLst/>
            </a:prstTxWarp>
          </a:bodyPr>
          <a:lstStyle>
            <a:lvl1pPr algn="r" defTabSz="1122063">
              <a:defRPr sz="1400"/>
            </a:lvl1pPr>
          </a:lstStyle>
          <a:p>
            <a:pPr>
              <a:defRPr/>
            </a:pPr>
            <a:fld id="{629F9A90-20F0-46D0-9B9C-8A9B82CE5A2D}" type="slidenum">
              <a:rPr lang="en-US"/>
              <a:pPr>
                <a:defRPr/>
              </a:pPr>
              <a:t>‹#›</a:t>
            </a:fld>
            <a:endParaRPr lang="en-US"/>
          </a:p>
        </p:txBody>
      </p:sp>
    </p:spTree>
    <p:extLst>
      <p:ext uri="{BB962C8B-B14F-4D97-AF65-F5344CB8AC3E}">
        <p14:creationId xmlns:p14="http://schemas.microsoft.com/office/powerpoint/2010/main" val="93978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117" algn="l" rtl="0" eaLnBrk="0" fontAlgn="base" hangingPunct="0">
      <a:spcBef>
        <a:spcPct val="30000"/>
      </a:spcBef>
      <a:spcAft>
        <a:spcPct val="0"/>
      </a:spcAft>
      <a:defRPr sz="1200" kern="1200">
        <a:solidFill>
          <a:schemeClr val="tx1"/>
        </a:solidFill>
        <a:latin typeface="Arial" charset="0"/>
        <a:ea typeface="+mn-ea"/>
        <a:cs typeface="+mn-cs"/>
      </a:defRPr>
    </a:lvl2pPr>
    <a:lvl3pPr marL="914235" algn="l" rtl="0" eaLnBrk="0" fontAlgn="base" hangingPunct="0">
      <a:spcBef>
        <a:spcPct val="30000"/>
      </a:spcBef>
      <a:spcAft>
        <a:spcPct val="0"/>
      </a:spcAft>
      <a:defRPr sz="1200" kern="1200">
        <a:solidFill>
          <a:schemeClr val="tx1"/>
        </a:solidFill>
        <a:latin typeface="Arial" charset="0"/>
        <a:ea typeface="+mn-ea"/>
        <a:cs typeface="+mn-cs"/>
      </a:defRPr>
    </a:lvl3pPr>
    <a:lvl4pPr marL="1371353" algn="l" rtl="0" eaLnBrk="0" fontAlgn="base" hangingPunct="0">
      <a:spcBef>
        <a:spcPct val="30000"/>
      </a:spcBef>
      <a:spcAft>
        <a:spcPct val="0"/>
      </a:spcAft>
      <a:defRPr sz="1200" kern="1200">
        <a:solidFill>
          <a:schemeClr val="tx1"/>
        </a:solidFill>
        <a:latin typeface="Arial" charset="0"/>
        <a:ea typeface="+mn-ea"/>
        <a:cs typeface="+mn-cs"/>
      </a:defRPr>
    </a:lvl4pPr>
    <a:lvl5pPr marL="1828470" algn="l" rtl="0" eaLnBrk="0" fontAlgn="base" hangingPunct="0">
      <a:spcBef>
        <a:spcPct val="30000"/>
      </a:spcBef>
      <a:spcAft>
        <a:spcPct val="0"/>
      </a:spcAft>
      <a:defRPr sz="1200" kern="1200">
        <a:solidFill>
          <a:schemeClr val="tx1"/>
        </a:solidFill>
        <a:latin typeface="Arial" charset="0"/>
        <a:ea typeface="+mn-ea"/>
        <a:cs typeface="+mn-cs"/>
      </a:defRPr>
    </a:lvl5pPr>
    <a:lvl6pPr marL="2285588" algn="l" defTabSz="914235" rtl="0" eaLnBrk="1" latinLnBrk="0" hangingPunct="1">
      <a:defRPr sz="1200" kern="1200">
        <a:solidFill>
          <a:schemeClr val="tx1"/>
        </a:solidFill>
        <a:latin typeface="+mn-lt"/>
        <a:ea typeface="+mn-ea"/>
        <a:cs typeface="+mn-cs"/>
      </a:defRPr>
    </a:lvl6pPr>
    <a:lvl7pPr marL="2742705" algn="l" defTabSz="914235" rtl="0" eaLnBrk="1" latinLnBrk="0" hangingPunct="1">
      <a:defRPr sz="1200" kern="1200">
        <a:solidFill>
          <a:schemeClr val="tx1"/>
        </a:solidFill>
        <a:latin typeface="+mn-lt"/>
        <a:ea typeface="+mn-ea"/>
        <a:cs typeface="+mn-cs"/>
      </a:defRPr>
    </a:lvl7pPr>
    <a:lvl8pPr marL="3199823" algn="l" defTabSz="914235" rtl="0" eaLnBrk="1" latinLnBrk="0" hangingPunct="1">
      <a:defRPr sz="1200" kern="1200">
        <a:solidFill>
          <a:schemeClr val="tx1"/>
        </a:solidFill>
        <a:latin typeface="+mn-lt"/>
        <a:ea typeface="+mn-ea"/>
        <a:cs typeface="+mn-cs"/>
      </a:defRPr>
    </a:lvl8pPr>
    <a:lvl9pPr marL="3656940" algn="l" defTabSz="91423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p>
            <a:fld id="{F0AC03ED-344D-4BB3-8952-D463796B4CA0}" type="slidenum">
              <a:rPr lang="en-US" smtClean="0"/>
              <a:pPr/>
              <a:t>1</a:t>
            </a:fld>
            <a:endParaRPr lang="en-US"/>
          </a:p>
        </p:txBody>
      </p:sp>
      <p:sp>
        <p:nvSpPr>
          <p:cNvPr id="4099" name="Rectangle 2"/>
          <p:cNvSpPr>
            <a:spLocks noGrp="1" noRot="1" noChangeAspect="1" noChangeArrowheads="1" noTextEdit="1"/>
          </p:cNvSpPr>
          <p:nvPr>
            <p:ph type="sldImg"/>
          </p:nvPr>
        </p:nvSpPr>
        <p:spPr>
          <a:xfrm>
            <a:off x="2225675" y="769938"/>
            <a:ext cx="2652713" cy="3833812"/>
          </a:xfrm>
          <a:ln/>
        </p:spPr>
      </p:sp>
      <p:sp>
        <p:nvSpPr>
          <p:cNvPr id="4100" name="Rectangle 3"/>
          <p:cNvSpPr>
            <a:spLocks noGrp="1" noChangeArrowheads="1"/>
          </p:cNvSpPr>
          <p:nvPr>
            <p:ph type="body" idx="1"/>
          </p:nvPr>
        </p:nvSpPr>
        <p:spPr>
          <a:noFill/>
          <a:ln/>
        </p:spPr>
        <p:txBody>
          <a:bodyPr/>
          <a:lstStyle/>
          <a:p>
            <a:pPr eaLnBrk="1" hangingPunct="1"/>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A6CE38A4-6F53-4145-BDBC-E8E2E8A007D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a:prstGeom prst="rect">
            <a:avLst/>
          </a:prstGeom>
        </p:spPr>
        <p:txBody>
          <a:bodyPr lIns="91423" tIns="45712" rIns="91423" bIns="45712"/>
          <a:lstStyle/>
          <a:p>
            <a:r>
              <a:rPr lang="en-US"/>
              <a:t>Click to edit Master title style</a:t>
            </a:r>
            <a:endParaRPr lang="en-GB"/>
          </a:p>
        </p:txBody>
      </p:sp>
      <p:sp>
        <p:nvSpPr>
          <p:cNvPr id="3" name="Content Placeholder 2"/>
          <p:cNvSpPr>
            <a:spLocks noGrp="1"/>
          </p:cNvSpPr>
          <p:nvPr>
            <p:ph idx="1"/>
          </p:nvPr>
        </p:nvSpPr>
        <p:spPr>
          <a:xfrm>
            <a:off x="342900" y="2311402"/>
            <a:ext cx="6172200" cy="6537502"/>
          </a:xfrm>
          <a:prstGeom prst="rect">
            <a:avLst/>
          </a:prstGeom>
        </p:spPr>
        <p:txBody>
          <a:bodyPr lIns="91423" tIns="45712" rIns="91423" bIns="4571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317014C8-8DC7-4774-A3C0-A5C20FAF7E5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826" y="6365524"/>
            <a:ext cx="5829300" cy="1967442"/>
          </a:xfrm>
          <a:prstGeom prst="rect">
            <a:avLst/>
          </a:prstGeom>
        </p:spPr>
        <p:txBody>
          <a:bodyPr lIns="91423" tIns="45712" rIns="91423" bIns="45712" anchor="t"/>
          <a:lstStyle>
            <a:lvl1pPr algn="l">
              <a:defRPr sz="2769" b="1" cap="all"/>
            </a:lvl1pPr>
          </a:lstStyle>
          <a:p>
            <a:r>
              <a:rPr lang="en-US"/>
              <a:t>Click to edit Master title style</a:t>
            </a:r>
            <a:endParaRPr lang="en-GB"/>
          </a:p>
        </p:txBody>
      </p:sp>
      <p:sp>
        <p:nvSpPr>
          <p:cNvPr id="3" name="Text Placeholder 2"/>
          <p:cNvSpPr>
            <a:spLocks noGrp="1"/>
          </p:cNvSpPr>
          <p:nvPr>
            <p:ph type="body" idx="1"/>
          </p:nvPr>
        </p:nvSpPr>
        <p:spPr>
          <a:xfrm>
            <a:off x="541826" y="4198595"/>
            <a:ext cx="5829300" cy="2166937"/>
          </a:xfrm>
          <a:prstGeom prst="rect">
            <a:avLst/>
          </a:prstGeom>
        </p:spPr>
        <p:txBody>
          <a:bodyPr lIns="91423" tIns="45712" rIns="91423" bIns="45712" anchor="b"/>
          <a:lstStyle>
            <a:lvl1pPr marL="0" indent="0">
              <a:buNone/>
              <a:defRPr sz="1385"/>
            </a:lvl1pPr>
            <a:lvl2pPr marL="316436" indent="0">
              <a:buNone/>
              <a:defRPr sz="1246"/>
            </a:lvl2pPr>
            <a:lvl3pPr marL="632872" indent="0">
              <a:buNone/>
              <a:defRPr sz="1108"/>
            </a:lvl3pPr>
            <a:lvl4pPr marL="949308" indent="0">
              <a:buNone/>
              <a:defRPr sz="969"/>
            </a:lvl4pPr>
            <a:lvl5pPr marL="1265743" indent="0">
              <a:buNone/>
              <a:defRPr sz="969"/>
            </a:lvl5pPr>
            <a:lvl6pPr marL="1582180" indent="0">
              <a:buNone/>
              <a:defRPr sz="969"/>
            </a:lvl6pPr>
            <a:lvl7pPr marL="1898615" indent="0">
              <a:buNone/>
              <a:defRPr sz="969"/>
            </a:lvl7pPr>
            <a:lvl8pPr marL="2215052" indent="0">
              <a:buNone/>
              <a:defRPr sz="969"/>
            </a:lvl8pPr>
            <a:lvl9pPr marL="2531488" indent="0">
              <a:buNone/>
              <a:defRPr sz="969"/>
            </a:lvl9pPr>
          </a:lstStyle>
          <a:p>
            <a:pPr lvl="0"/>
            <a:r>
              <a:rPr lang="en-US"/>
              <a:t>Click to edit Master text styles</a:t>
            </a:r>
          </a:p>
        </p:txBody>
      </p:sp>
      <p:sp>
        <p:nvSpPr>
          <p:cNvPr id="4"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CB8D7079-0706-4C8E-A65C-8E8C3932F8E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a:prstGeom prst="rect">
            <a:avLst/>
          </a:prstGeom>
        </p:spPr>
        <p:txBody>
          <a:bodyPr lIns="91423" tIns="45712" rIns="91423" bIns="45712"/>
          <a:lstStyle/>
          <a:p>
            <a:r>
              <a:rPr lang="en-US"/>
              <a:t>Click to edit Master title style</a:t>
            </a:r>
            <a:endParaRPr lang="en-GB"/>
          </a:p>
        </p:txBody>
      </p:sp>
      <p:sp>
        <p:nvSpPr>
          <p:cNvPr id="3" name="Content Placeholder 2"/>
          <p:cNvSpPr>
            <a:spLocks noGrp="1"/>
          </p:cNvSpPr>
          <p:nvPr>
            <p:ph sz="half" idx="1"/>
          </p:nvPr>
        </p:nvSpPr>
        <p:spPr>
          <a:xfrm>
            <a:off x="342900" y="2311402"/>
            <a:ext cx="3033346" cy="6537502"/>
          </a:xfrm>
          <a:prstGeom prst="rect">
            <a:avLst/>
          </a:prstGeom>
        </p:spPr>
        <p:txBody>
          <a:bodyPr lIns="91423" tIns="45712" rIns="91423" bIns="45712"/>
          <a:lstStyle>
            <a:lvl1pPr>
              <a:defRPr sz="1938"/>
            </a:lvl1pPr>
            <a:lvl2pPr>
              <a:defRPr sz="1662"/>
            </a:lvl2pPr>
            <a:lvl3pPr>
              <a:defRPr sz="1385"/>
            </a:lvl3pPr>
            <a:lvl4pPr>
              <a:defRPr sz="1246"/>
            </a:lvl4pPr>
            <a:lvl5pPr>
              <a:defRPr sz="1246"/>
            </a:lvl5pPr>
            <a:lvl6pPr>
              <a:defRPr sz="1246"/>
            </a:lvl6pPr>
            <a:lvl7pPr>
              <a:defRPr sz="1246"/>
            </a:lvl7pPr>
            <a:lvl8pPr>
              <a:defRPr sz="1246"/>
            </a:lvl8pPr>
            <a:lvl9pPr>
              <a:defRPr sz="12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3481754" y="2311402"/>
            <a:ext cx="3033346" cy="6537502"/>
          </a:xfrm>
          <a:prstGeom prst="rect">
            <a:avLst/>
          </a:prstGeom>
        </p:spPr>
        <p:txBody>
          <a:bodyPr lIns="91423" tIns="45712" rIns="91423" bIns="45712"/>
          <a:lstStyle>
            <a:lvl1pPr>
              <a:defRPr sz="1938"/>
            </a:lvl1pPr>
            <a:lvl2pPr>
              <a:defRPr sz="1662"/>
            </a:lvl2pPr>
            <a:lvl3pPr>
              <a:defRPr sz="1385"/>
            </a:lvl3pPr>
            <a:lvl4pPr>
              <a:defRPr sz="1246"/>
            </a:lvl4pPr>
            <a:lvl5pPr>
              <a:defRPr sz="1246"/>
            </a:lvl5pPr>
            <a:lvl6pPr>
              <a:defRPr sz="1246"/>
            </a:lvl6pPr>
            <a:lvl7pPr>
              <a:defRPr sz="1246"/>
            </a:lvl7pPr>
            <a:lvl8pPr>
              <a:defRPr sz="1246"/>
            </a:lvl8pPr>
            <a:lvl9pPr>
              <a:defRPr sz="12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E7BC1F53-39E9-41A0-8944-DD7DF88FA91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a:prstGeom prst="rect">
            <a:avLst/>
          </a:prstGeom>
        </p:spPr>
        <p:txBody>
          <a:bodyPr lIns="91423" tIns="45712" rIns="91423" bIns="45712"/>
          <a:lstStyle>
            <a:lvl1pPr>
              <a:defRPr/>
            </a:lvl1pPr>
          </a:lstStyle>
          <a:p>
            <a:r>
              <a:rPr lang="en-US"/>
              <a:t>Click to edit Master title style</a:t>
            </a:r>
            <a:endParaRPr lang="en-GB"/>
          </a:p>
        </p:txBody>
      </p:sp>
      <p:sp>
        <p:nvSpPr>
          <p:cNvPr id="3" name="Text Placeholder 2"/>
          <p:cNvSpPr>
            <a:spLocks noGrp="1"/>
          </p:cNvSpPr>
          <p:nvPr>
            <p:ph type="body" idx="1"/>
          </p:nvPr>
        </p:nvSpPr>
        <p:spPr>
          <a:xfrm>
            <a:off x="342905" y="2217385"/>
            <a:ext cx="3030049" cy="924101"/>
          </a:xfrm>
          <a:prstGeom prst="rect">
            <a:avLst/>
          </a:prstGeom>
        </p:spPr>
        <p:txBody>
          <a:bodyPr lIns="91423" tIns="45712" rIns="91423" bIns="45712" anchor="b"/>
          <a:lstStyle>
            <a:lvl1pPr marL="0" indent="0">
              <a:buNone/>
              <a:defRPr sz="1662" b="1"/>
            </a:lvl1pPr>
            <a:lvl2pPr marL="316436" indent="0">
              <a:buNone/>
              <a:defRPr sz="1385" b="1"/>
            </a:lvl2pPr>
            <a:lvl3pPr marL="632872" indent="0">
              <a:buNone/>
              <a:defRPr sz="1246" b="1"/>
            </a:lvl3pPr>
            <a:lvl4pPr marL="949308" indent="0">
              <a:buNone/>
              <a:defRPr sz="1108" b="1"/>
            </a:lvl4pPr>
            <a:lvl5pPr marL="1265743" indent="0">
              <a:buNone/>
              <a:defRPr sz="1108" b="1"/>
            </a:lvl5pPr>
            <a:lvl6pPr marL="1582180" indent="0">
              <a:buNone/>
              <a:defRPr sz="1108" b="1"/>
            </a:lvl6pPr>
            <a:lvl7pPr marL="1898615" indent="0">
              <a:buNone/>
              <a:defRPr sz="1108" b="1"/>
            </a:lvl7pPr>
            <a:lvl8pPr marL="2215052" indent="0">
              <a:buNone/>
              <a:defRPr sz="1108" b="1"/>
            </a:lvl8pPr>
            <a:lvl9pPr marL="2531488" indent="0">
              <a:buNone/>
              <a:defRPr sz="1108" b="1"/>
            </a:lvl9pPr>
          </a:lstStyle>
          <a:p>
            <a:pPr lvl="0"/>
            <a:r>
              <a:rPr lang="en-US"/>
              <a:t>Click to edit Master text styles</a:t>
            </a:r>
          </a:p>
        </p:txBody>
      </p:sp>
      <p:sp>
        <p:nvSpPr>
          <p:cNvPr id="4" name="Content Placeholder 3"/>
          <p:cNvSpPr>
            <a:spLocks noGrp="1"/>
          </p:cNvSpPr>
          <p:nvPr>
            <p:ph sz="half" idx="2"/>
          </p:nvPr>
        </p:nvSpPr>
        <p:spPr>
          <a:xfrm>
            <a:off x="342905" y="3141486"/>
            <a:ext cx="3030049" cy="5707416"/>
          </a:xfrm>
          <a:prstGeom prst="rect">
            <a:avLst/>
          </a:prstGeom>
        </p:spPr>
        <p:txBody>
          <a:bodyPr lIns="91423" tIns="45712" rIns="91423" bIns="45712"/>
          <a:lstStyle>
            <a:lvl1pPr>
              <a:defRPr sz="1662"/>
            </a:lvl1pPr>
            <a:lvl2pPr>
              <a:defRPr sz="1385"/>
            </a:lvl2pPr>
            <a:lvl3pPr>
              <a:defRPr sz="1246"/>
            </a:lvl3pPr>
            <a:lvl4pPr>
              <a:defRPr sz="1108"/>
            </a:lvl4pPr>
            <a:lvl5pPr>
              <a:defRPr sz="1108"/>
            </a:lvl5pPr>
            <a:lvl6pPr>
              <a:defRPr sz="1108"/>
            </a:lvl6pPr>
            <a:lvl7pPr>
              <a:defRPr sz="1108"/>
            </a:lvl7pPr>
            <a:lvl8pPr>
              <a:defRPr sz="1108"/>
            </a:lvl8pPr>
            <a:lvl9pPr>
              <a:defRPr sz="110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3483954" y="2217385"/>
            <a:ext cx="3031148" cy="924101"/>
          </a:xfrm>
          <a:prstGeom prst="rect">
            <a:avLst/>
          </a:prstGeom>
        </p:spPr>
        <p:txBody>
          <a:bodyPr lIns="91423" tIns="45712" rIns="91423" bIns="45712" anchor="b"/>
          <a:lstStyle>
            <a:lvl1pPr marL="0" indent="0">
              <a:buNone/>
              <a:defRPr sz="1662" b="1"/>
            </a:lvl1pPr>
            <a:lvl2pPr marL="316436" indent="0">
              <a:buNone/>
              <a:defRPr sz="1385" b="1"/>
            </a:lvl2pPr>
            <a:lvl3pPr marL="632872" indent="0">
              <a:buNone/>
              <a:defRPr sz="1246" b="1"/>
            </a:lvl3pPr>
            <a:lvl4pPr marL="949308" indent="0">
              <a:buNone/>
              <a:defRPr sz="1108" b="1"/>
            </a:lvl4pPr>
            <a:lvl5pPr marL="1265743" indent="0">
              <a:buNone/>
              <a:defRPr sz="1108" b="1"/>
            </a:lvl5pPr>
            <a:lvl6pPr marL="1582180" indent="0">
              <a:buNone/>
              <a:defRPr sz="1108" b="1"/>
            </a:lvl6pPr>
            <a:lvl7pPr marL="1898615" indent="0">
              <a:buNone/>
              <a:defRPr sz="1108" b="1"/>
            </a:lvl7pPr>
            <a:lvl8pPr marL="2215052" indent="0">
              <a:buNone/>
              <a:defRPr sz="1108" b="1"/>
            </a:lvl8pPr>
            <a:lvl9pPr marL="2531488" indent="0">
              <a:buNone/>
              <a:defRPr sz="1108" b="1"/>
            </a:lvl9pPr>
          </a:lstStyle>
          <a:p>
            <a:pPr lvl="0"/>
            <a:r>
              <a:rPr lang="en-US"/>
              <a:t>Click to edit Master text styles</a:t>
            </a:r>
          </a:p>
        </p:txBody>
      </p:sp>
      <p:sp>
        <p:nvSpPr>
          <p:cNvPr id="6" name="Content Placeholder 5"/>
          <p:cNvSpPr>
            <a:spLocks noGrp="1"/>
          </p:cNvSpPr>
          <p:nvPr>
            <p:ph sz="quarter" idx="4"/>
          </p:nvPr>
        </p:nvSpPr>
        <p:spPr>
          <a:xfrm>
            <a:off x="3483954" y="3141486"/>
            <a:ext cx="3031148" cy="5707416"/>
          </a:xfrm>
          <a:prstGeom prst="rect">
            <a:avLst/>
          </a:prstGeom>
        </p:spPr>
        <p:txBody>
          <a:bodyPr lIns="91423" tIns="45712" rIns="91423" bIns="45712"/>
          <a:lstStyle>
            <a:lvl1pPr>
              <a:defRPr sz="1662"/>
            </a:lvl1pPr>
            <a:lvl2pPr>
              <a:defRPr sz="1385"/>
            </a:lvl2pPr>
            <a:lvl3pPr>
              <a:defRPr sz="1246"/>
            </a:lvl3pPr>
            <a:lvl4pPr>
              <a:defRPr sz="1108"/>
            </a:lvl4pPr>
            <a:lvl5pPr>
              <a:defRPr sz="1108"/>
            </a:lvl5pPr>
            <a:lvl6pPr>
              <a:defRPr sz="1108"/>
            </a:lvl6pPr>
            <a:lvl7pPr>
              <a:defRPr sz="1108"/>
            </a:lvl7pPr>
            <a:lvl8pPr>
              <a:defRPr sz="1108"/>
            </a:lvl8pPr>
            <a:lvl9pPr>
              <a:defRPr sz="110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3EB6C018-9ACD-4092-BB98-5223BAC8827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a:prstGeom prst="rect">
            <a:avLst/>
          </a:prstGeom>
        </p:spPr>
        <p:txBody>
          <a:bodyPr lIns="91423" tIns="45712" rIns="91423" bIns="45712"/>
          <a:lstStyle/>
          <a:p>
            <a:r>
              <a:rPr lang="en-US"/>
              <a:t>Click to edit Master title style</a:t>
            </a:r>
            <a:endParaRPr lang="en-GB"/>
          </a:p>
        </p:txBody>
      </p:sp>
      <p:sp>
        <p:nvSpPr>
          <p:cNvPr id="3"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14C3A8AF-FAA4-4DA4-AB60-10F0F95059F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FC4A9B30-12A3-4B6A-B421-94933E843FA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94405"/>
            <a:ext cx="2256326" cy="1678517"/>
          </a:xfrm>
          <a:prstGeom prst="rect">
            <a:avLst/>
          </a:prstGeom>
        </p:spPr>
        <p:txBody>
          <a:bodyPr lIns="91423" tIns="45712" rIns="91423" bIns="45712" anchor="b"/>
          <a:lstStyle>
            <a:lvl1pPr algn="l">
              <a:defRPr sz="1385" b="1"/>
            </a:lvl1pPr>
          </a:lstStyle>
          <a:p>
            <a:r>
              <a:rPr lang="en-US"/>
              <a:t>Click to edit Master title style</a:t>
            </a:r>
            <a:endParaRPr lang="en-GB"/>
          </a:p>
        </p:txBody>
      </p:sp>
      <p:sp>
        <p:nvSpPr>
          <p:cNvPr id="3" name="Content Placeholder 2"/>
          <p:cNvSpPr>
            <a:spLocks noGrp="1"/>
          </p:cNvSpPr>
          <p:nvPr>
            <p:ph idx="1"/>
          </p:nvPr>
        </p:nvSpPr>
        <p:spPr>
          <a:xfrm>
            <a:off x="2681654" y="394415"/>
            <a:ext cx="3833446" cy="8454497"/>
          </a:xfrm>
          <a:prstGeom prst="rect">
            <a:avLst/>
          </a:prstGeom>
        </p:spPr>
        <p:txBody>
          <a:bodyPr lIns="91423" tIns="45712" rIns="91423" bIns="45712"/>
          <a:lstStyle>
            <a:lvl1pPr>
              <a:defRPr sz="2215"/>
            </a:lvl1pPr>
            <a:lvl2pPr>
              <a:defRPr sz="1938"/>
            </a:lvl2pPr>
            <a:lvl3pPr>
              <a:defRPr sz="1662"/>
            </a:lvl3pPr>
            <a:lvl4pPr>
              <a:defRPr sz="1385"/>
            </a:lvl4pPr>
            <a:lvl5pPr>
              <a:defRPr sz="1385"/>
            </a:lvl5pPr>
            <a:lvl6pPr>
              <a:defRPr sz="1385"/>
            </a:lvl6pPr>
            <a:lvl7pPr>
              <a:defRPr sz="1385"/>
            </a:lvl7pPr>
            <a:lvl8pPr>
              <a:defRPr sz="1385"/>
            </a:lvl8pPr>
            <a:lvl9pPr>
              <a:defRPr sz="138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342900" y="2072924"/>
            <a:ext cx="2256326" cy="6775980"/>
          </a:xfrm>
          <a:prstGeom prst="rect">
            <a:avLst/>
          </a:prstGeom>
        </p:spPr>
        <p:txBody>
          <a:bodyPr lIns="91423" tIns="45712" rIns="91423" bIns="45712"/>
          <a:lstStyle>
            <a:lvl1pPr marL="0" indent="0">
              <a:buNone/>
              <a:defRPr sz="969"/>
            </a:lvl1pPr>
            <a:lvl2pPr marL="316436" indent="0">
              <a:buNone/>
              <a:defRPr sz="831"/>
            </a:lvl2pPr>
            <a:lvl3pPr marL="632872" indent="0">
              <a:buNone/>
              <a:defRPr sz="692"/>
            </a:lvl3pPr>
            <a:lvl4pPr marL="949308" indent="0">
              <a:buNone/>
              <a:defRPr sz="623"/>
            </a:lvl4pPr>
            <a:lvl5pPr marL="1265743" indent="0">
              <a:buNone/>
              <a:defRPr sz="623"/>
            </a:lvl5pPr>
            <a:lvl6pPr marL="1582180" indent="0">
              <a:buNone/>
              <a:defRPr sz="623"/>
            </a:lvl6pPr>
            <a:lvl7pPr marL="1898615" indent="0">
              <a:buNone/>
              <a:defRPr sz="623"/>
            </a:lvl7pPr>
            <a:lvl8pPr marL="2215052" indent="0">
              <a:buNone/>
              <a:defRPr sz="623"/>
            </a:lvl8pPr>
            <a:lvl9pPr marL="2531488" indent="0">
              <a:buNone/>
              <a:defRPr sz="623"/>
            </a:lvl9pPr>
          </a:lstStyle>
          <a:p>
            <a:pPr lvl="0"/>
            <a:r>
              <a:rPr lang="en-US"/>
              <a:t>Click to edit Master text styles</a:t>
            </a:r>
          </a:p>
        </p:txBody>
      </p:sp>
      <p:sp>
        <p:nvSpPr>
          <p:cNvPr id="5" name="Date Placeholder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7A9CE2B2-A987-4EEB-8412-D0B933CE284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124" y="6934200"/>
            <a:ext cx="4114800" cy="818622"/>
          </a:xfrm>
          <a:prstGeom prst="rect">
            <a:avLst/>
          </a:prstGeom>
        </p:spPr>
        <p:txBody>
          <a:bodyPr lIns="91423" tIns="45712" rIns="91423" bIns="45712" anchor="b"/>
          <a:lstStyle>
            <a:lvl1pPr algn="l">
              <a:defRPr sz="1385" b="1"/>
            </a:lvl1pPr>
          </a:lstStyle>
          <a:p>
            <a:r>
              <a:rPr lang="en-US"/>
              <a:t>Click to edit Master title style</a:t>
            </a:r>
            <a:endParaRPr lang="en-GB"/>
          </a:p>
        </p:txBody>
      </p:sp>
      <p:sp>
        <p:nvSpPr>
          <p:cNvPr id="3" name="Picture Placeholder 2"/>
          <p:cNvSpPr>
            <a:spLocks noGrp="1"/>
          </p:cNvSpPr>
          <p:nvPr>
            <p:ph type="pic" idx="1"/>
          </p:nvPr>
        </p:nvSpPr>
        <p:spPr>
          <a:xfrm>
            <a:off x="1344124" y="885119"/>
            <a:ext cx="4114800" cy="5943600"/>
          </a:xfrm>
          <a:prstGeom prst="rect">
            <a:avLst/>
          </a:prstGeom>
        </p:spPr>
        <p:txBody>
          <a:bodyPr lIns="91423" tIns="45712" rIns="91423" bIns="45712"/>
          <a:lstStyle>
            <a:lvl1pPr marL="0" indent="0">
              <a:buNone/>
              <a:defRPr sz="2215"/>
            </a:lvl1pPr>
            <a:lvl2pPr marL="316436" indent="0">
              <a:buNone/>
              <a:defRPr sz="1938"/>
            </a:lvl2pPr>
            <a:lvl3pPr marL="632872" indent="0">
              <a:buNone/>
              <a:defRPr sz="1662"/>
            </a:lvl3pPr>
            <a:lvl4pPr marL="949308" indent="0">
              <a:buNone/>
              <a:defRPr sz="1385"/>
            </a:lvl4pPr>
            <a:lvl5pPr marL="1265743" indent="0">
              <a:buNone/>
              <a:defRPr sz="1385"/>
            </a:lvl5pPr>
            <a:lvl6pPr marL="1582180" indent="0">
              <a:buNone/>
              <a:defRPr sz="1385"/>
            </a:lvl6pPr>
            <a:lvl7pPr marL="1898615" indent="0">
              <a:buNone/>
              <a:defRPr sz="1385"/>
            </a:lvl7pPr>
            <a:lvl8pPr marL="2215052" indent="0">
              <a:buNone/>
              <a:defRPr sz="1385"/>
            </a:lvl8pPr>
            <a:lvl9pPr marL="2531488" indent="0">
              <a:buNone/>
              <a:defRPr sz="1385"/>
            </a:lvl9pPr>
          </a:lstStyle>
          <a:p>
            <a:pPr lvl="0"/>
            <a:endParaRPr lang="en-GB" noProof="0"/>
          </a:p>
        </p:txBody>
      </p:sp>
      <p:sp>
        <p:nvSpPr>
          <p:cNvPr id="4" name="Text Placeholder 3"/>
          <p:cNvSpPr>
            <a:spLocks noGrp="1"/>
          </p:cNvSpPr>
          <p:nvPr>
            <p:ph type="body" sz="half" idx="2"/>
          </p:nvPr>
        </p:nvSpPr>
        <p:spPr>
          <a:xfrm>
            <a:off x="1344124" y="7752822"/>
            <a:ext cx="4114800" cy="1162578"/>
          </a:xfrm>
          <a:prstGeom prst="rect">
            <a:avLst/>
          </a:prstGeom>
        </p:spPr>
        <p:txBody>
          <a:bodyPr lIns="91423" tIns="45712" rIns="91423" bIns="45712"/>
          <a:lstStyle>
            <a:lvl1pPr marL="0" indent="0">
              <a:buNone/>
              <a:defRPr sz="969"/>
            </a:lvl1pPr>
            <a:lvl2pPr marL="316436" indent="0">
              <a:buNone/>
              <a:defRPr sz="831"/>
            </a:lvl2pPr>
            <a:lvl3pPr marL="632872" indent="0">
              <a:buNone/>
              <a:defRPr sz="692"/>
            </a:lvl3pPr>
            <a:lvl4pPr marL="949308" indent="0">
              <a:buNone/>
              <a:defRPr sz="623"/>
            </a:lvl4pPr>
            <a:lvl5pPr marL="1265743" indent="0">
              <a:buNone/>
              <a:defRPr sz="623"/>
            </a:lvl5pPr>
            <a:lvl6pPr marL="1582180" indent="0">
              <a:buNone/>
              <a:defRPr sz="623"/>
            </a:lvl6pPr>
            <a:lvl7pPr marL="1898615" indent="0">
              <a:buNone/>
              <a:defRPr sz="623"/>
            </a:lvl7pPr>
            <a:lvl8pPr marL="2215052" indent="0">
              <a:buNone/>
              <a:defRPr sz="623"/>
            </a:lvl8pPr>
            <a:lvl9pPr marL="2531488" indent="0">
              <a:buNone/>
              <a:defRPr sz="623"/>
            </a:lvl9pPr>
          </a:lstStyle>
          <a:p>
            <a:pPr lvl="0"/>
            <a:r>
              <a:rPr lang="en-US"/>
              <a:t>Click to edit Master text styles</a:t>
            </a:r>
          </a:p>
        </p:txBody>
      </p:sp>
      <p:sp>
        <p:nvSpPr>
          <p:cNvPr id="5" name="Date Placeholder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D22F33D9-E4CB-4E1E-BBDA-3365E936C7C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42900" y="396699"/>
            <a:ext cx="6172200" cy="1651000"/>
          </a:xfrm>
          <a:prstGeom prst="rect">
            <a:avLst/>
          </a:prstGeom>
        </p:spPr>
        <p:txBody>
          <a:bodyPr lIns="91423" tIns="45712" rIns="91423" bIns="45712"/>
          <a:lstStyle/>
          <a:p>
            <a:r>
              <a:rPr lang="en-US"/>
              <a:t>Click to edit Master title style</a:t>
            </a:r>
            <a:endParaRPr lang="en-GB"/>
          </a:p>
        </p:txBody>
      </p:sp>
      <p:sp>
        <p:nvSpPr>
          <p:cNvPr id="3" name="Vertical Text Placeholder 2"/>
          <p:cNvSpPr>
            <a:spLocks noGrp="1"/>
          </p:cNvSpPr>
          <p:nvPr>
            <p:ph type="body" orient="vert" idx="1"/>
          </p:nvPr>
        </p:nvSpPr>
        <p:spPr>
          <a:xfrm>
            <a:off x="342900" y="2311402"/>
            <a:ext cx="6172200" cy="6537502"/>
          </a:xfrm>
          <a:prstGeom prst="rect">
            <a:avLst/>
          </a:prstGeom>
        </p:spPr>
        <p:txBody>
          <a:bodyPr vert="eaVert" lIns="91423" tIns="45712" rIns="91423" bIns="4571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E28F0358-8112-4B5A-932F-02BED6FE8BA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396709"/>
            <a:ext cx="1543050" cy="8452203"/>
          </a:xfrm>
          <a:prstGeom prst="rect">
            <a:avLst/>
          </a:prstGeom>
        </p:spPr>
        <p:txBody>
          <a:bodyPr vert="eaVert" lIns="91423" tIns="45712" rIns="91423" bIns="45712"/>
          <a:lstStyle/>
          <a:p>
            <a:r>
              <a:rPr lang="en-US"/>
              <a:t>Click to edit Master title style</a:t>
            </a:r>
            <a:endParaRPr lang="en-GB"/>
          </a:p>
        </p:txBody>
      </p:sp>
      <p:sp>
        <p:nvSpPr>
          <p:cNvPr id="3" name="Vertical Text Placeholder 2"/>
          <p:cNvSpPr>
            <a:spLocks noGrp="1"/>
          </p:cNvSpPr>
          <p:nvPr>
            <p:ph type="body" orient="vert" idx="1"/>
          </p:nvPr>
        </p:nvSpPr>
        <p:spPr>
          <a:xfrm>
            <a:off x="342900" y="396709"/>
            <a:ext cx="4523642" cy="8452203"/>
          </a:xfrm>
          <a:prstGeom prst="rect">
            <a:avLst/>
          </a:prstGeom>
        </p:spPr>
        <p:txBody>
          <a:bodyPr vert="eaVert" lIns="91423" tIns="45712" rIns="91423" bIns="4571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342900" y="9020880"/>
            <a:ext cx="1600200" cy="687917"/>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2343150" y="9020880"/>
            <a:ext cx="2171700" cy="687917"/>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4914900" y="9020880"/>
            <a:ext cx="1600200" cy="687917"/>
          </a:xfrm>
          <a:prstGeom prst="rect">
            <a:avLst/>
          </a:prstGeom>
          <a:ln/>
        </p:spPr>
        <p:txBody>
          <a:bodyPr/>
          <a:lstStyle>
            <a:lvl1pPr>
              <a:defRPr/>
            </a:lvl1pPr>
          </a:lstStyle>
          <a:p>
            <a:pPr>
              <a:defRPr/>
            </a:pPr>
            <a:fld id="{0CCD2CB2-F288-47D3-A215-138E5E50D5B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E553E17-E71C-C503-4E92-8BE84DB5F14F}"/>
              </a:ext>
            </a:extLst>
          </p:cNvPr>
          <p:cNvSpPr/>
          <p:nvPr userDrawn="1"/>
        </p:nvSpPr>
        <p:spPr>
          <a:xfrm>
            <a:off x="0" y="0"/>
            <a:ext cx="6858000" cy="2415822"/>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49231" rIns="249231" rtlCol="0" anchor="ctr"/>
          <a:lstStyle/>
          <a:p>
            <a:pPr>
              <a:lnSpc>
                <a:spcPct val="114000"/>
              </a:lnSpc>
            </a:pPr>
            <a:endParaRPr lang="en-GB">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3DD99F77-E6DA-4846-31A8-918E61007BAF}"/>
              </a:ext>
            </a:extLst>
          </p:cNvPr>
          <p:cNvSpPr/>
          <p:nvPr userDrawn="1"/>
        </p:nvSpPr>
        <p:spPr>
          <a:xfrm>
            <a:off x="0" y="8854633"/>
            <a:ext cx="6858000" cy="1051367"/>
          </a:xfrm>
          <a:prstGeom prst="rect">
            <a:avLst/>
          </a:prstGeom>
          <a:solidFill>
            <a:schemeClr val="tx1">
              <a:lumMod val="85000"/>
              <a:lumOff val="15000"/>
            </a:schemeClr>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49231" rIns="249231" rtlCol="0" anchor="ctr"/>
          <a:lstStyle/>
          <a:p>
            <a:pPr>
              <a:lnSpc>
                <a:spcPct val="114000"/>
              </a:lnSpc>
            </a:pPr>
            <a:endParaRPr lang="en-GB">
              <a:latin typeface="Open Sans" panose="020B0606030504020204" pitchFamily="34" charset="0"/>
              <a:ea typeface="Open Sans" panose="020B0606030504020204" pitchFamily="34" charset="0"/>
              <a:cs typeface="Open Sans" panose="020B0606030504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046">
          <a:solidFill>
            <a:schemeClr val="tx2"/>
          </a:solidFill>
          <a:latin typeface="+mj-lt"/>
          <a:ea typeface="+mj-ea"/>
          <a:cs typeface="+mj-cs"/>
        </a:defRPr>
      </a:lvl1pPr>
      <a:lvl2pPr algn="ctr" rtl="0" eaLnBrk="0" fontAlgn="base" hangingPunct="0">
        <a:spcBef>
          <a:spcPct val="0"/>
        </a:spcBef>
        <a:spcAft>
          <a:spcPct val="0"/>
        </a:spcAft>
        <a:defRPr sz="3046">
          <a:solidFill>
            <a:schemeClr val="tx2"/>
          </a:solidFill>
          <a:latin typeface="Arial" charset="0"/>
        </a:defRPr>
      </a:lvl2pPr>
      <a:lvl3pPr algn="ctr" rtl="0" eaLnBrk="0" fontAlgn="base" hangingPunct="0">
        <a:spcBef>
          <a:spcPct val="0"/>
        </a:spcBef>
        <a:spcAft>
          <a:spcPct val="0"/>
        </a:spcAft>
        <a:defRPr sz="3046">
          <a:solidFill>
            <a:schemeClr val="tx2"/>
          </a:solidFill>
          <a:latin typeface="Arial" charset="0"/>
        </a:defRPr>
      </a:lvl3pPr>
      <a:lvl4pPr algn="ctr" rtl="0" eaLnBrk="0" fontAlgn="base" hangingPunct="0">
        <a:spcBef>
          <a:spcPct val="0"/>
        </a:spcBef>
        <a:spcAft>
          <a:spcPct val="0"/>
        </a:spcAft>
        <a:defRPr sz="3046">
          <a:solidFill>
            <a:schemeClr val="tx2"/>
          </a:solidFill>
          <a:latin typeface="Arial" charset="0"/>
        </a:defRPr>
      </a:lvl4pPr>
      <a:lvl5pPr algn="ctr" rtl="0" eaLnBrk="0" fontAlgn="base" hangingPunct="0">
        <a:spcBef>
          <a:spcPct val="0"/>
        </a:spcBef>
        <a:spcAft>
          <a:spcPct val="0"/>
        </a:spcAft>
        <a:defRPr sz="3046">
          <a:solidFill>
            <a:schemeClr val="tx2"/>
          </a:solidFill>
          <a:latin typeface="Arial" charset="0"/>
        </a:defRPr>
      </a:lvl5pPr>
      <a:lvl6pPr marL="316436" algn="ctr" rtl="0" fontAlgn="base">
        <a:spcBef>
          <a:spcPct val="0"/>
        </a:spcBef>
        <a:spcAft>
          <a:spcPct val="0"/>
        </a:spcAft>
        <a:defRPr sz="3046">
          <a:solidFill>
            <a:schemeClr val="tx2"/>
          </a:solidFill>
          <a:latin typeface="Arial" charset="0"/>
        </a:defRPr>
      </a:lvl6pPr>
      <a:lvl7pPr marL="632872" algn="ctr" rtl="0" fontAlgn="base">
        <a:spcBef>
          <a:spcPct val="0"/>
        </a:spcBef>
        <a:spcAft>
          <a:spcPct val="0"/>
        </a:spcAft>
        <a:defRPr sz="3046">
          <a:solidFill>
            <a:schemeClr val="tx2"/>
          </a:solidFill>
          <a:latin typeface="Arial" charset="0"/>
        </a:defRPr>
      </a:lvl7pPr>
      <a:lvl8pPr marL="949308" algn="ctr" rtl="0" fontAlgn="base">
        <a:spcBef>
          <a:spcPct val="0"/>
        </a:spcBef>
        <a:spcAft>
          <a:spcPct val="0"/>
        </a:spcAft>
        <a:defRPr sz="3046">
          <a:solidFill>
            <a:schemeClr val="tx2"/>
          </a:solidFill>
          <a:latin typeface="Arial" charset="0"/>
        </a:defRPr>
      </a:lvl8pPr>
      <a:lvl9pPr marL="1265743" algn="ctr" rtl="0" fontAlgn="base">
        <a:spcBef>
          <a:spcPct val="0"/>
        </a:spcBef>
        <a:spcAft>
          <a:spcPct val="0"/>
        </a:spcAft>
        <a:defRPr sz="3046">
          <a:solidFill>
            <a:schemeClr val="tx2"/>
          </a:solidFill>
          <a:latin typeface="Arial" charset="0"/>
        </a:defRPr>
      </a:lvl9pPr>
    </p:titleStyle>
    <p:bodyStyle>
      <a:lvl1pPr marL="237326" indent="-237326" algn="l" rtl="0" eaLnBrk="0" fontAlgn="base" hangingPunct="0">
        <a:spcBef>
          <a:spcPct val="20000"/>
        </a:spcBef>
        <a:spcAft>
          <a:spcPct val="0"/>
        </a:spcAft>
        <a:buChar char="•"/>
        <a:defRPr sz="2215">
          <a:solidFill>
            <a:schemeClr val="tx1"/>
          </a:solidFill>
          <a:latin typeface="+mn-lt"/>
          <a:ea typeface="+mn-ea"/>
          <a:cs typeface="+mn-cs"/>
        </a:defRPr>
      </a:lvl1pPr>
      <a:lvl2pPr marL="514209" indent="-197773" algn="l" rtl="0" eaLnBrk="0" fontAlgn="base" hangingPunct="0">
        <a:spcBef>
          <a:spcPct val="20000"/>
        </a:spcBef>
        <a:spcAft>
          <a:spcPct val="0"/>
        </a:spcAft>
        <a:buChar char="–"/>
        <a:defRPr sz="1938">
          <a:solidFill>
            <a:schemeClr val="tx1"/>
          </a:solidFill>
          <a:latin typeface="+mn-lt"/>
        </a:defRPr>
      </a:lvl2pPr>
      <a:lvl3pPr marL="791090" indent="-158218" algn="l" rtl="0" eaLnBrk="0" fontAlgn="base" hangingPunct="0">
        <a:spcBef>
          <a:spcPct val="20000"/>
        </a:spcBef>
        <a:spcAft>
          <a:spcPct val="0"/>
        </a:spcAft>
        <a:buChar char="•"/>
        <a:defRPr sz="1662">
          <a:solidFill>
            <a:schemeClr val="tx1"/>
          </a:solidFill>
          <a:latin typeface="+mn-lt"/>
        </a:defRPr>
      </a:lvl3pPr>
      <a:lvl4pPr marL="1107526" indent="-158218" algn="l" rtl="0" eaLnBrk="0" fontAlgn="base" hangingPunct="0">
        <a:spcBef>
          <a:spcPct val="20000"/>
        </a:spcBef>
        <a:spcAft>
          <a:spcPct val="0"/>
        </a:spcAft>
        <a:buChar char="–"/>
        <a:defRPr sz="1385">
          <a:solidFill>
            <a:schemeClr val="tx1"/>
          </a:solidFill>
          <a:latin typeface="+mn-lt"/>
        </a:defRPr>
      </a:lvl4pPr>
      <a:lvl5pPr marL="1423962" indent="-158218" algn="l" rtl="0" eaLnBrk="0" fontAlgn="base" hangingPunct="0">
        <a:spcBef>
          <a:spcPct val="20000"/>
        </a:spcBef>
        <a:spcAft>
          <a:spcPct val="0"/>
        </a:spcAft>
        <a:buChar char="»"/>
        <a:defRPr sz="1385">
          <a:solidFill>
            <a:schemeClr val="tx1"/>
          </a:solidFill>
          <a:latin typeface="+mn-lt"/>
        </a:defRPr>
      </a:lvl5pPr>
      <a:lvl6pPr marL="1740398" indent="-158218" algn="l" rtl="0" fontAlgn="base">
        <a:spcBef>
          <a:spcPct val="20000"/>
        </a:spcBef>
        <a:spcAft>
          <a:spcPct val="0"/>
        </a:spcAft>
        <a:buChar char="»"/>
        <a:defRPr sz="1385">
          <a:solidFill>
            <a:schemeClr val="tx1"/>
          </a:solidFill>
          <a:latin typeface="+mn-lt"/>
        </a:defRPr>
      </a:lvl6pPr>
      <a:lvl7pPr marL="2056834" indent="-158218" algn="l" rtl="0" fontAlgn="base">
        <a:spcBef>
          <a:spcPct val="20000"/>
        </a:spcBef>
        <a:spcAft>
          <a:spcPct val="0"/>
        </a:spcAft>
        <a:buChar char="»"/>
        <a:defRPr sz="1385">
          <a:solidFill>
            <a:schemeClr val="tx1"/>
          </a:solidFill>
          <a:latin typeface="+mn-lt"/>
        </a:defRPr>
      </a:lvl7pPr>
      <a:lvl8pPr marL="2373269" indent="-158218" algn="l" rtl="0" fontAlgn="base">
        <a:spcBef>
          <a:spcPct val="20000"/>
        </a:spcBef>
        <a:spcAft>
          <a:spcPct val="0"/>
        </a:spcAft>
        <a:buChar char="»"/>
        <a:defRPr sz="1385">
          <a:solidFill>
            <a:schemeClr val="tx1"/>
          </a:solidFill>
          <a:latin typeface="+mn-lt"/>
        </a:defRPr>
      </a:lvl8pPr>
      <a:lvl9pPr marL="2689705" indent="-158218" algn="l" rtl="0" fontAlgn="base">
        <a:spcBef>
          <a:spcPct val="20000"/>
        </a:spcBef>
        <a:spcAft>
          <a:spcPct val="0"/>
        </a:spcAft>
        <a:buChar char="»"/>
        <a:defRPr sz="1385">
          <a:solidFill>
            <a:schemeClr val="tx1"/>
          </a:solidFill>
          <a:latin typeface="+mn-lt"/>
        </a:defRPr>
      </a:lvl9pPr>
    </p:bodyStyle>
    <p:otherStyle>
      <a:defPPr>
        <a:defRPr lang="en-US"/>
      </a:defPPr>
      <a:lvl1pPr marL="0" algn="l" defTabSz="632872" rtl="0" eaLnBrk="1" latinLnBrk="0" hangingPunct="1">
        <a:defRPr sz="1246" kern="1200">
          <a:solidFill>
            <a:schemeClr val="tx1"/>
          </a:solidFill>
          <a:latin typeface="+mn-lt"/>
          <a:ea typeface="+mn-ea"/>
          <a:cs typeface="+mn-cs"/>
        </a:defRPr>
      </a:lvl1pPr>
      <a:lvl2pPr marL="316436" algn="l" defTabSz="632872" rtl="0" eaLnBrk="1" latinLnBrk="0" hangingPunct="1">
        <a:defRPr sz="1246" kern="1200">
          <a:solidFill>
            <a:schemeClr val="tx1"/>
          </a:solidFill>
          <a:latin typeface="+mn-lt"/>
          <a:ea typeface="+mn-ea"/>
          <a:cs typeface="+mn-cs"/>
        </a:defRPr>
      </a:lvl2pPr>
      <a:lvl3pPr marL="632872" algn="l" defTabSz="632872" rtl="0" eaLnBrk="1" latinLnBrk="0" hangingPunct="1">
        <a:defRPr sz="1246" kern="1200">
          <a:solidFill>
            <a:schemeClr val="tx1"/>
          </a:solidFill>
          <a:latin typeface="+mn-lt"/>
          <a:ea typeface="+mn-ea"/>
          <a:cs typeface="+mn-cs"/>
        </a:defRPr>
      </a:lvl3pPr>
      <a:lvl4pPr marL="949308" algn="l" defTabSz="632872" rtl="0" eaLnBrk="1" latinLnBrk="0" hangingPunct="1">
        <a:defRPr sz="1246" kern="1200">
          <a:solidFill>
            <a:schemeClr val="tx1"/>
          </a:solidFill>
          <a:latin typeface="+mn-lt"/>
          <a:ea typeface="+mn-ea"/>
          <a:cs typeface="+mn-cs"/>
        </a:defRPr>
      </a:lvl4pPr>
      <a:lvl5pPr marL="1265743" algn="l" defTabSz="632872" rtl="0" eaLnBrk="1" latinLnBrk="0" hangingPunct="1">
        <a:defRPr sz="1246" kern="1200">
          <a:solidFill>
            <a:schemeClr val="tx1"/>
          </a:solidFill>
          <a:latin typeface="+mn-lt"/>
          <a:ea typeface="+mn-ea"/>
          <a:cs typeface="+mn-cs"/>
        </a:defRPr>
      </a:lvl5pPr>
      <a:lvl6pPr marL="1582180" algn="l" defTabSz="632872" rtl="0" eaLnBrk="1" latinLnBrk="0" hangingPunct="1">
        <a:defRPr sz="1246" kern="1200">
          <a:solidFill>
            <a:schemeClr val="tx1"/>
          </a:solidFill>
          <a:latin typeface="+mn-lt"/>
          <a:ea typeface="+mn-ea"/>
          <a:cs typeface="+mn-cs"/>
        </a:defRPr>
      </a:lvl6pPr>
      <a:lvl7pPr marL="1898615" algn="l" defTabSz="632872" rtl="0" eaLnBrk="1" latinLnBrk="0" hangingPunct="1">
        <a:defRPr sz="1246" kern="1200">
          <a:solidFill>
            <a:schemeClr val="tx1"/>
          </a:solidFill>
          <a:latin typeface="+mn-lt"/>
          <a:ea typeface="+mn-ea"/>
          <a:cs typeface="+mn-cs"/>
        </a:defRPr>
      </a:lvl7pPr>
      <a:lvl8pPr marL="2215052" algn="l" defTabSz="632872" rtl="0" eaLnBrk="1" latinLnBrk="0" hangingPunct="1">
        <a:defRPr sz="1246" kern="1200">
          <a:solidFill>
            <a:schemeClr val="tx1"/>
          </a:solidFill>
          <a:latin typeface="+mn-lt"/>
          <a:ea typeface="+mn-ea"/>
          <a:cs typeface="+mn-cs"/>
        </a:defRPr>
      </a:lvl8pPr>
      <a:lvl9pPr marL="2531488" algn="l" defTabSz="632872" rtl="0" eaLnBrk="1" latinLnBrk="0" hangingPunct="1">
        <a:defRPr sz="12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svg"/><Relationship Id="rId11" Type="http://schemas.openxmlformats.org/officeDocument/2006/relationships/hyperlink" Target="https://livemanchesterac-my.sharepoint.com/personal/lakenakouatche_gillwilfried_manchester_ac_uk/Documents/go.nature.com/473vsgb" TargetMode="External"/><Relationship Id="rId5" Type="http://schemas.openxmlformats.org/officeDocument/2006/relationships/hyperlink" Target="https://tinyurl.com/y6uemtrz" TargetMode="External"/><Relationship Id="rId10" Type="http://schemas.openxmlformats.org/officeDocument/2006/relationships/image" Target="../media/image6.png"/><Relationship Id="rId4" Type="http://schemas.openxmlformats.org/officeDocument/2006/relationships/hyperlink" Target="https://osf.io/v2sd7"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A675372E-E521-8ABD-C657-920755FA7EDA}"/>
              </a:ext>
            </a:extLst>
          </p:cNvPr>
          <p:cNvSpPr txBox="1"/>
          <p:nvPr/>
        </p:nvSpPr>
        <p:spPr>
          <a:xfrm>
            <a:off x="87549" y="873190"/>
            <a:ext cx="6682902" cy="1196738"/>
          </a:xfrm>
          <a:prstGeom prst="rect">
            <a:avLst/>
          </a:prstGeom>
          <a:noFill/>
        </p:spPr>
        <p:txBody>
          <a:bodyPr wrap="square">
            <a:spAutoFit/>
          </a:bodyPr>
          <a:lstStyle/>
          <a:p>
            <a:pPr algn="just">
              <a:lnSpc>
                <a:spcPct val="114000"/>
              </a:lnSpc>
            </a:pPr>
            <a:r>
              <a:rPr lang="en-GB" sz="1600" b="1" dirty="0">
                <a:solidFill>
                  <a:schemeClr val="bg1"/>
                </a:solidFill>
              </a:rPr>
              <a:t>Can trustworthiness checks (INSPECT-SR) spot problematic trials before they are retracted? </a:t>
            </a:r>
            <a:r>
              <a:rPr lang="en-GB" sz="1600" dirty="0">
                <a:solidFill>
                  <a:schemeClr val="bg1"/>
                </a:solidFill>
              </a:rPr>
              <a:t>This study compares </a:t>
            </a:r>
            <a:r>
              <a:rPr lang="en-GB" sz="1600" b="1" dirty="0">
                <a:solidFill>
                  <a:schemeClr val="bg1"/>
                </a:solidFill>
              </a:rPr>
              <a:t>INSPECT-SR</a:t>
            </a:r>
            <a:r>
              <a:rPr lang="en-GB" sz="1600" dirty="0">
                <a:solidFill>
                  <a:schemeClr val="bg1"/>
                </a:solidFill>
              </a:rPr>
              <a:t> and </a:t>
            </a:r>
            <a:r>
              <a:rPr lang="en-GB" sz="1600" b="1" dirty="0">
                <a:solidFill>
                  <a:schemeClr val="bg1"/>
                </a:solidFill>
              </a:rPr>
              <a:t>risk-of-bias (RoB1) assessments</a:t>
            </a:r>
            <a:r>
              <a:rPr lang="en-GB" sz="1600" dirty="0">
                <a:solidFill>
                  <a:schemeClr val="bg1"/>
                </a:solidFill>
              </a:rPr>
              <a:t> in retracted trials to help ensure reviews use </a:t>
            </a:r>
            <a:r>
              <a:rPr lang="en-GB" sz="1600" b="1" dirty="0">
                <a:solidFill>
                  <a:schemeClr val="bg1"/>
                </a:solidFill>
              </a:rPr>
              <a:t>reliable evidence</a:t>
            </a:r>
            <a:r>
              <a:rPr lang="en-GB" sz="1600" dirty="0">
                <a:solidFill>
                  <a:schemeClr val="bg1"/>
                </a:solidFill>
              </a:rPr>
              <a:t>.</a:t>
            </a:r>
            <a:endParaRPr lang="en-GB"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3" name="Picture 22" descr="A black text on a white background&#10;&#10;Description automatically generated with low confidence">
            <a:extLst>
              <a:ext uri="{FF2B5EF4-FFF2-40B4-BE49-F238E27FC236}">
                <a16:creationId xmlns:a16="http://schemas.microsoft.com/office/drawing/2014/main" id="{09827C8A-396D-48DD-6A84-D2C6A66C27E9}"/>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787056" y="77507"/>
            <a:ext cx="900000" cy="381215"/>
          </a:xfrm>
          <a:prstGeom prst="rect">
            <a:avLst/>
          </a:prstGeom>
        </p:spPr>
      </p:pic>
      <p:sp>
        <p:nvSpPr>
          <p:cNvPr id="29" name="Text Box 7">
            <a:extLst>
              <a:ext uri="{FF2B5EF4-FFF2-40B4-BE49-F238E27FC236}">
                <a16:creationId xmlns:a16="http://schemas.microsoft.com/office/drawing/2014/main" id="{B67F3DAD-0C5E-F2FC-65B6-ADE17F70B8BC}"/>
              </a:ext>
            </a:extLst>
          </p:cNvPr>
          <p:cNvSpPr txBox="1">
            <a:spLocks noChangeArrowheads="1"/>
          </p:cNvSpPr>
          <p:nvPr/>
        </p:nvSpPr>
        <p:spPr bwMode="auto">
          <a:xfrm>
            <a:off x="49696" y="2443581"/>
            <a:ext cx="6758608" cy="738648"/>
          </a:xfrm>
          <a:prstGeom prst="rect">
            <a:avLst/>
          </a:prstGeom>
          <a:noFill/>
          <a:ln w="9525">
            <a:noFill/>
            <a:miter lim="800000"/>
            <a:headEnd/>
            <a:tailEnd/>
          </a:ln>
        </p:spPr>
        <p:txBody>
          <a:bodyPr wrap="square" lIns="91423" tIns="45712" rIns="91423" bIns="45712">
            <a:spAutoFit/>
          </a:bodyPr>
          <a:lstStyle/>
          <a:p>
            <a:pPr algn="ctr"/>
            <a:r>
              <a:rPr lang="en-GB" sz="1400" b="1" dirty="0"/>
              <a:t>Protocol for a Meta-Research Study</a:t>
            </a:r>
            <a:br>
              <a:rPr lang="en-GB" sz="1400" b="1" dirty="0"/>
            </a:br>
            <a:r>
              <a:rPr lang="en-GB" sz="1400" dirty="0"/>
              <a:t>A Review of Risk of Bias and Trustworthiness Profiles of Retracted Trials in Cochrane Reviews.</a:t>
            </a:r>
          </a:p>
        </p:txBody>
      </p:sp>
      <p:sp>
        <p:nvSpPr>
          <p:cNvPr id="32" name="TextBox 31">
            <a:extLst>
              <a:ext uri="{FF2B5EF4-FFF2-40B4-BE49-F238E27FC236}">
                <a16:creationId xmlns:a16="http://schemas.microsoft.com/office/drawing/2014/main" id="{0D826FFA-6DE9-0506-A0AB-462C892F4F01}"/>
              </a:ext>
            </a:extLst>
          </p:cNvPr>
          <p:cNvSpPr txBox="1"/>
          <p:nvPr/>
        </p:nvSpPr>
        <p:spPr>
          <a:xfrm>
            <a:off x="-45873" y="8918318"/>
            <a:ext cx="6429028" cy="1015663"/>
          </a:xfrm>
          <a:prstGeom prst="rect">
            <a:avLst/>
          </a:prstGeom>
          <a:noFill/>
        </p:spPr>
        <p:txBody>
          <a:bodyPr wrap="square">
            <a:spAutoFit/>
          </a:bodyPr>
          <a:lstStyle/>
          <a:p>
            <a:r>
              <a:rPr lang="en-GB" sz="1100" b="1" dirty="0">
                <a:solidFill>
                  <a:schemeClr val="bg1"/>
                </a:solidFill>
              </a:rPr>
              <a:t>Wilfried Lakena</a:t>
            </a:r>
            <a:r>
              <a:rPr lang="en-GB" sz="1100" b="1" baseline="30000" dirty="0">
                <a:solidFill>
                  <a:schemeClr val="bg1"/>
                </a:solidFill>
              </a:rPr>
              <a:t>1</a:t>
            </a:r>
            <a:r>
              <a:rPr lang="en-GB" sz="1100" b="1" dirty="0">
                <a:solidFill>
                  <a:schemeClr val="bg1"/>
                </a:solidFill>
              </a:rPr>
              <a:t>, Alison Avenell</a:t>
            </a:r>
            <a:r>
              <a:rPr lang="en-GB" sz="1100" b="1" baseline="30000" dirty="0">
                <a:solidFill>
                  <a:schemeClr val="bg1"/>
                </a:solidFill>
              </a:rPr>
              <a:t>2</a:t>
            </a:r>
            <a:r>
              <a:rPr lang="en-GB" sz="1100" b="1" dirty="0">
                <a:solidFill>
                  <a:schemeClr val="bg1"/>
                </a:solidFill>
              </a:rPr>
              <a:t>, Neil Oconnell</a:t>
            </a:r>
            <a:r>
              <a:rPr lang="en-GB" sz="1100" b="1" baseline="30000" dirty="0">
                <a:solidFill>
                  <a:schemeClr val="bg1"/>
                </a:solidFill>
              </a:rPr>
              <a:t>3</a:t>
            </a:r>
            <a:r>
              <a:rPr lang="en-GB" sz="1100" b="1" dirty="0">
                <a:solidFill>
                  <a:schemeClr val="bg1"/>
                </a:solidFill>
              </a:rPr>
              <a:t>, Lisa Bero</a:t>
            </a:r>
            <a:r>
              <a:rPr lang="en-GB" sz="1100" b="1" baseline="30000" dirty="0">
                <a:solidFill>
                  <a:schemeClr val="bg1"/>
                </a:solidFill>
              </a:rPr>
              <a:t>4</a:t>
            </a:r>
            <a:r>
              <a:rPr lang="en-GB" sz="1100" b="1" dirty="0">
                <a:solidFill>
                  <a:schemeClr val="bg1"/>
                </a:solidFill>
              </a:rPr>
              <a:t>, Jack Wilkinson</a:t>
            </a:r>
            <a:r>
              <a:rPr lang="en-GB" sz="1100" b="1" baseline="30000" dirty="0">
                <a:solidFill>
                  <a:schemeClr val="bg1"/>
                </a:solidFill>
              </a:rPr>
              <a:t>1</a:t>
            </a:r>
            <a:r>
              <a:rPr lang="en-GB" sz="1100" b="1" dirty="0">
                <a:solidFill>
                  <a:schemeClr val="bg1"/>
                </a:solidFill>
              </a:rPr>
              <a:t>, Sarah Rhodes</a:t>
            </a:r>
            <a:r>
              <a:rPr lang="en-GB" sz="1100" b="1" baseline="30000" dirty="0">
                <a:solidFill>
                  <a:schemeClr val="bg1"/>
                </a:solidFill>
              </a:rPr>
              <a:t>1</a:t>
            </a:r>
          </a:p>
          <a:p>
            <a:endParaRPr lang="en-GB" sz="1100" b="1" dirty="0">
              <a:solidFill>
                <a:schemeClr val="bg1"/>
              </a:solidFill>
            </a:endParaRPr>
          </a:p>
          <a:p>
            <a:pPr lvl="0"/>
            <a:r>
              <a:rPr lang="en-GB" sz="500" dirty="0">
                <a:solidFill>
                  <a:schemeClr val="bg1"/>
                </a:solidFill>
              </a:rPr>
              <a:t>1- Centre for Biostatistics, Manchester Academic Health Science Centre, Faculty of Biology, Medicine, and Health, University of Manchester, Manchester, UK</a:t>
            </a:r>
          </a:p>
          <a:p>
            <a:pPr lvl="0"/>
            <a:r>
              <a:rPr lang="en-GB" sz="500" dirty="0">
                <a:solidFill>
                  <a:schemeClr val="bg1"/>
                </a:solidFill>
              </a:rPr>
              <a:t>2-Aberdeen Centre for Evaluation, Institute of Applied Health Sciences, University of Aberdeen, </a:t>
            </a:r>
            <a:r>
              <a:rPr lang="en-GB" sz="500" dirty="0" err="1">
                <a:solidFill>
                  <a:schemeClr val="bg1"/>
                </a:solidFill>
              </a:rPr>
              <a:t>Foresterhill</a:t>
            </a:r>
            <a:r>
              <a:rPr lang="en-GB" sz="500" dirty="0">
                <a:solidFill>
                  <a:schemeClr val="bg1"/>
                </a:solidFill>
              </a:rPr>
              <a:t>, Aberdeen, UK </a:t>
            </a:r>
          </a:p>
          <a:p>
            <a:pPr lvl="0"/>
            <a:r>
              <a:rPr lang="en-GB" sz="500" dirty="0">
                <a:solidFill>
                  <a:schemeClr val="bg1"/>
                </a:solidFill>
              </a:rPr>
              <a:t>3-Centre for Health and Wellbeing Across the </a:t>
            </a:r>
            <a:r>
              <a:rPr lang="en-GB" sz="500" dirty="0" err="1">
                <a:solidFill>
                  <a:schemeClr val="bg1"/>
                </a:solidFill>
              </a:rPr>
              <a:t>Lifecourse</a:t>
            </a:r>
            <a:r>
              <a:rPr lang="en-GB" sz="500" dirty="0">
                <a:solidFill>
                  <a:schemeClr val="bg1"/>
                </a:solidFill>
              </a:rPr>
              <a:t>, Department of Health Sciences, Brunel University of London, Uxbridge, UK </a:t>
            </a:r>
          </a:p>
          <a:p>
            <a:pPr lvl="0"/>
            <a:r>
              <a:rPr lang="en-GB" sz="500" dirty="0">
                <a:solidFill>
                  <a:schemeClr val="bg1"/>
                </a:solidFill>
              </a:rPr>
              <a:t>4-Institute for Health Policy Studies, University of California, San Francisco, California, USA</a:t>
            </a:r>
          </a:p>
          <a:p>
            <a:r>
              <a:rPr lang="en-GB" dirty="0"/>
              <a:t> </a:t>
            </a:r>
          </a:p>
        </p:txBody>
      </p:sp>
      <p:grpSp>
        <p:nvGrpSpPr>
          <p:cNvPr id="10" name="Group 9">
            <a:extLst>
              <a:ext uri="{FF2B5EF4-FFF2-40B4-BE49-F238E27FC236}">
                <a16:creationId xmlns:a16="http://schemas.microsoft.com/office/drawing/2014/main" id="{98C84CBC-3215-7FA2-05E8-593252CE6367}"/>
              </a:ext>
            </a:extLst>
          </p:cNvPr>
          <p:cNvGrpSpPr/>
          <p:nvPr/>
        </p:nvGrpSpPr>
        <p:grpSpPr>
          <a:xfrm>
            <a:off x="3503864" y="5609218"/>
            <a:ext cx="2956701" cy="620888"/>
            <a:chOff x="3820624" y="7369904"/>
            <a:chExt cx="2822887" cy="580472"/>
          </a:xfrm>
        </p:grpSpPr>
        <p:sp>
          <p:nvSpPr>
            <p:cNvPr id="15" name="Title 1">
              <a:extLst>
                <a:ext uri="{FF2B5EF4-FFF2-40B4-BE49-F238E27FC236}">
                  <a16:creationId xmlns:a16="http://schemas.microsoft.com/office/drawing/2014/main" id="{A396129E-AC90-6C62-87E1-483EB4ADA43A}"/>
                </a:ext>
              </a:extLst>
            </p:cNvPr>
            <p:cNvSpPr txBox="1">
              <a:spLocks/>
            </p:cNvSpPr>
            <p:nvPr/>
          </p:nvSpPr>
          <p:spPr>
            <a:xfrm>
              <a:off x="3820624" y="7376212"/>
              <a:ext cx="2282911" cy="567853"/>
            </a:xfrm>
            <a:prstGeom prst="rect">
              <a:avLst/>
            </a:prstGeom>
          </p:spPr>
          <p:txBody>
            <a:bodyPr anchor="b" anchorCtr="0">
              <a:noAutofit/>
            </a:bodyPr>
            <a:lstStyle>
              <a:lvl1pPr algn="ctr" rtl="0" eaLnBrk="0" fontAlgn="base" hangingPunct="0">
                <a:spcBef>
                  <a:spcPct val="0"/>
                </a:spcBef>
                <a:spcAft>
                  <a:spcPct val="0"/>
                </a:spcAft>
                <a:defRPr sz="3046">
                  <a:solidFill>
                    <a:schemeClr val="tx2"/>
                  </a:solidFill>
                  <a:latin typeface="+mj-lt"/>
                  <a:ea typeface="+mj-ea"/>
                  <a:cs typeface="+mj-cs"/>
                </a:defRPr>
              </a:lvl1pPr>
              <a:lvl2pPr algn="ctr" rtl="0" eaLnBrk="0" fontAlgn="base" hangingPunct="0">
                <a:spcBef>
                  <a:spcPct val="0"/>
                </a:spcBef>
                <a:spcAft>
                  <a:spcPct val="0"/>
                </a:spcAft>
                <a:defRPr sz="3046">
                  <a:solidFill>
                    <a:schemeClr val="tx2"/>
                  </a:solidFill>
                  <a:latin typeface="Arial" charset="0"/>
                </a:defRPr>
              </a:lvl2pPr>
              <a:lvl3pPr algn="ctr" rtl="0" eaLnBrk="0" fontAlgn="base" hangingPunct="0">
                <a:spcBef>
                  <a:spcPct val="0"/>
                </a:spcBef>
                <a:spcAft>
                  <a:spcPct val="0"/>
                </a:spcAft>
                <a:defRPr sz="3046">
                  <a:solidFill>
                    <a:schemeClr val="tx2"/>
                  </a:solidFill>
                  <a:latin typeface="Arial" charset="0"/>
                </a:defRPr>
              </a:lvl3pPr>
              <a:lvl4pPr algn="ctr" rtl="0" eaLnBrk="0" fontAlgn="base" hangingPunct="0">
                <a:spcBef>
                  <a:spcPct val="0"/>
                </a:spcBef>
                <a:spcAft>
                  <a:spcPct val="0"/>
                </a:spcAft>
                <a:defRPr sz="3046">
                  <a:solidFill>
                    <a:schemeClr val="tx2"/>
                  </a:solidFill>
                  <a:latin typeface="Arial" charset="0"/>
                </a:defRPr>
              </a:lvl4pPr>
              <a:lvl5pPr algn="ctr" rtl="0" eaLnBrk="0" fontAlgn="base" hangingPunct="0">
                <a:spcBef>
                  <a:spcPct val="0"/>
                </a:spcBef>
                <a:spcAft>
                  <a:spcPct val="0"/>
                </a:spcAft>
                <a:defRPr sz="3046">
                  <a:solidFill>
                    <a:schemeClr val="tx2"/>
                  </a:solidFill>
                  <a:latin typeface="Arial" charset="0"/>
                </a:defRPr>
              </a:lvl5pPr>
              <a:lvl6pPr marL="316436" algn="ctr" rtl="0" fontAlgn="base">
                <a:spcBef>
                  <a:spcPct val="0"/>
                </a:spcBef>
                <a:spcAft>
                  <a:spcPct val="0"/>
                </a:spcAft>
                <a:defRPr sz="3046">
                  <a:solidFill>
                    <a:schemeClr val="tx2"/>
                  </a:solidFill>
                  <a:latin typeface="Arial" charset="0"/>
                </a:defRPr>
              </a:lvl6pPr>
              <a:lvl7pPr marL="632872" algn="ctr" rtl="0" fontAlgn="base">
                <a:spcBef>
                  <a:spcPct val="0"/>
                </a:spcBef>
                <a:spcAft>
                  <a:spcPct val="0"/>
                </a:spcAft>
                <a:defRPr sz="3046">
                  <a:solidFill>
                    <a:schemeClr val="tx2"/>
                  </a:solidFill>
                  <a:latin typeface="Arial" charset="0"/>
                </a:defRPr>
              </a:lvl7pPr>
              <a:lvl8pPr marL="949308" algn="ctr" rtl="0" fontAlgn="base">
                <a:spcBef>
                  <a:spcPct val="0"/>
                </a:spcBef>
                <a:spcAft>
                  <a:spcPct val="0"/>
                </a:spcAft>
                <a:defRPr sz="3046">
                  <a:solidFill>
                    <a:schemeClr val="tx2"/>
                  </a:solidFill>
                  <a:latin typeface="Arial" charset="0"/>
                </a:defRPr>
              </a:lvl8pPr>
              <a:lvl9pPr marL="1265743" algn="ctr" rtl="0" fontAlgn="base">
                <a:spcBef>
                  <a:spcPct val="0"/>
                </a:spcBef>
                <a:spcAft>
                  <a:spcPct val="0"/>
                </a:spcAft>
                <a:defRPr sz="3046">
                  <a:solidFill>
                    <a:schemeClr val="tx2"/>
                  </a:solidFill>
                  <a:latin typeface="Arial" charset="0"/>
                </a:defRPr>
              </a:lvl9pPr>
            </a:lstStyle>
            <a:p>
              <a:pPr algn="r"/>
              <a:r>
                <a:rPr lang="en-GB" sz="800" b="1" kern="0"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To view the repository where this poster, </a:t>
              </a:r>
            </a:p>
            <a:p>
              <a:pPr algn="r"/>
              <a:r>
                <a:rPr lang="en-GB" sz="800" b="1" kern="0"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and the Protocol draft is held, visit</a:t>
              </a:r>
              <a:endParaRPr lang="en-GB" sz="800" b="1" kern="0"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hlinkClick r:id="rId4">
                  <a:extLst>
                    <a:ext uri="{A12FA001-AC4F-418D-AE19-62706E023703}">
                      <ahyp:hlinkClr xmlns:ahyp="http://schemas.microsoft.com/office/drawing/2018/hyperlinkcolor" val="tx"/>
                    </a:ext>
                  </a:extLst>
                </a:hlinkClick>
              </a:endParaRPr>
            </a:p>
            <a:p>
              <a:pPr algn="r"/>
              <a:r>
                <a:rPr lang="en-GB" sz="800" b="1" dirty="0">
                  <a:solidFill>
                    <a:schemeClr val="accent2"/>
                  </a:solidFill>
                  <a:latin typeface="Open Sans" panose="020B0606030504020204" pitchFamily="34" charset="0"/>
                  <a:ea typeface="Open Sans" panose="020B0606030504020204" pitchFamily="34" charset="0"/>
                  <a:cs typeface="Open Sans" panose="020B0606030504020204" pitchFamily="34" charset="0"/>
                  <a:hlinkClick r:id="rId5">
                    <a:extLst>
                      <a:ext uri="{A12FA001-AC4F-418D-AE19-62706E023703}">
                        <ahyp:hlinkClr xmlns:ahyp="http://schemas.microsoft.com/office/drawing/2018/hyperlinkcolor" val="tx"/>
                      </a:ext>
                    </a:extLst>
                  </a:hlinkClick>
                </a:rPr>
                <a:t>https://tinyurl.com/y6uemtrz</a:t>
              </a:r>
              <a:endParaRPr lang="en-GB" sz="8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r"/>
              <a:r>
                <a:rPr lang="en-GB" sz="800" b="1" kern="0"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or scan this QR code </a:t>
              </a:r>
              <a:endParaRPr lang="en-GB" sz="800" i="1" kern="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65" name="Group 64">
              <a:extLst>
                <a:ext uri="{FF2B5EF4-FFF2-40B4-BE49-F238E27FC236}">
                  <a16:creationId xmlns:a16="http://schemas.microsoft.com/office/drawing/2014/main" id="{2EDA37D3-D833-FC78-4C13-588F0C5BA981}"/>
                </a:ext>
              </a:extLst>
            </p:cNvPr>
            <p:cNvGrpSpPr/>
            <p:nvPr/>
          </p:nvGrpSpPr>
          <p:grpSpPr>
            <a:xfrm>
              <a:off x="6063039" y="7369904"/>
              <a:ext cx="580472" cy="580472"/>
              <a:chOff x="6044177" y="8031030"/>
              <a:chExt cx="580472" cy="580472"/>
            </a:xfrm>
          </p:grpSpPr>
          <p:sp>
            <p:nvSpPr>
              <p:cNvPr id="7" name="Rectangle 6">
                <a:extLst>
                  <a:ext uri="{FF2B5EF4-FFF2-40B4-BE49-F238E27FC236}">
                    <a16:creationId xmlns:a16="http://schemas.microsoft.com/office/drawing/2014/main" id="{9E6FB6A1-0457-47C8-8467-5643F9B6EEDE}"/>
                  </a:ext>
                </a:extLst>
              </p:cNvPr>
              <p:cNvSpPr/>
              <p:nvPr/>
            </p:nvSpPr>
            <p:spPr>
              <a:xfrm>
                <a:off x="6044177" y="8031030"/>
                <a:ext cx="580472" cy="5804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4" name="Graphic 63">
                <a:extLst>
                  <a:ext uri="{FF2B5EF4-FFF2-40B4-BE49-F238E27FC236}">
                    <a16:creationId xmlns:a16="http://schemas.microsoft.com/office/drawing/2014/main" id="{C2B76671-4E1E-74F9-F648-E2A83AEB349A}"/>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50013" y="8036864"/>
                <a:ext cx="568800" cy="568800"/>
              </a:xfrm>
              <a:prstGeom prst="rect">
                <a:avLst/>
              </a:prstGeom>
            </p:spPr>
          </p:pic>
        </p:grpSp>
      </p:grpSp>
      <p:pic>
        <p:nvPicPr>
          <p:cNvPr id="1026" name="Picture 2">
            <a:extLst>
              <a:ext uri="{FF2B5EF4-FFF2-40B4-BE49-F238E27FC236}">
                <a16:creationId xmlns:a16="http://schemas.microsoft.com/office/drawing/2014/main" id="{0FFD067E-ED2D-2E7B-E48B-E67C6F1FEE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944" y="77508"/>
            <a:ext cx="1035071" cy="381215"/>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E99BE432-76C8-C02B-44E3-CC0DEB0F4D12}"/>
              </a:ext>
            </a:extLst>
          </p:cNvPr>
          <p:cNvGrpSpPr/>
          <p:nvPr/>
        </p:nvGrpSpPr>
        <p:grpSpPr>
          <a:xfrm>
            <a:off x="170944" y="3219945"/>
            <a:ext cx="6381466" cy="905504"/>
            <a:chOff x="170944" y="3219945"/>
            <a:chExt cx="6381466" cy="905504"/>
          </a:xfrm>
        </p:grpSpPr>
        <p:sp>
          <p:nvSpPr>
            <p:cNvPr id="3" name="Rectangle: Rounded Corners 2">
              <a:extLst>
                <a:ext uri="{FF2B5EF4-FFF2-40B4-BE49-F238E27FC236}">
                  <a16:creationId xmlns:a16="http://schemas.microsoft.com/office/drawing/2014/main" id="{9FF5DCEF-FA98-E658-6849-0C84ED02217B}"/>
                </a:ext>
              </a:extLst>
            </p:cNvPr>
            <p:cNvSpPr/>
            <p:nvPr/>
          </p:nvSpPr>
          <p:spPr>
            <a:xfrm>
              <a:off x="170944" y="3223797"/>
              <a:ext cx="6381466" cy="90165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3C503638-9A20-60DB-0F61-BF79258BCA6E}"/>
                </a:ext>
              </a:extLst>
            </p:cNvPr>
            <p:cNvSpPr txBox="1"/>
            <p:nvPr/>
          </p:nvSpPr>
          <p:spPr>
            <a:xfrm>
              <a:off x="305590" y="3219945"/>
              <a:ext cx="6202786" cy="905504"/>
            </a:xfrm>
            <a:prstGeom prst="rect">
              <a:avLst/>
            </a:prstGeom>
            <a:noFill/>
          </p:spPr>
          <p:txBody>
            <a:bodyPr wrap="square">
              <a:spAutoFit/>
            </a:bodyPr>
            <a:lstStyle/>
            <a:p>
              <a:pPr>
                <a:lnSpc>
                  <a:spcPct val="107000"/>
                </a:lnSpc>
                <a:spcAft>
                  <a:spcPts val="0"/>
                </a:spcAft>
              </a:pPr>
              <a:r>
                <a:rPr lang="en-GB" sz="1200" b="1" kern="0" dirty="0">
                  <a:solidFill>
                    <a:schemeClr val="accent1"/>
                  </a:solidFill>
                  <a:effectLst/>
                  <a:latin typeface="Open Sans" pitchFamily="2" charset="0"/>
                  <a:ea typeface="Open Sans" pitchFamily="2" charset="0"/>
                  <a:cs typeface="Open Sans" pitchFamily="2" charset="0"/>
                </a:rPr>
                <a:t>Background</a:t>
              </a:r>
              <a:endParaRPr lang="en-GB" sz="800" kern="100" dirty="0">
                <a:latin typeface="Open Sans" pitchFamily="2" charset="0"/>
                <a:ea typeface="Open Sans" pitchFamily="2" charset="0"/>
                <a:cs typeface="Open Sans" pitchFamily="2" charset="0"/>
              </a:endParaRPr>
            </a:p>
            <a:p>
              <a:r>
                <a:rPr lang="en-GB" sz="500" dirty="0"/>
                <a:t>Systematic reviews are commonly used to guide clinical decisions; unfortunately, they sometimes include trials that are later found to be unreliable and retracted, leading to misleading conclusions.</a:t>
              </a:r>
            </a:p>
            <a:p>
              <a:endParaRPr lang="en-GB" sz="500" dirty="0"/>
            </a:p>
            <a:p>
              <a:pPr>
                <a:spcAft>
                  <a:spcPts val="0"/>
                </a:spcAft>
              </a:pPr>
              <a:r>
                <a:rPr lang="en-GB" sz="500" dirty="0"/>
                <a:t>RCTs included in systematic reviews are routinely appraised using risk-of-bias tools, such as the Cochrane-endorsed tool RoB1. Consequently, the Cochrane Handbook for systematic reviews suggests that risk-of-bias assessments should be used to determine eligibility for primary analyses or to stratify trials by risk of bias.</a:t>
              </a:r>
            </a:p>
            <a:p>
              <a:pPr>
                <a:spcAft>
                  <a:spcPts val="0"/>
                </a:spcAft>
              </a:pPr>
              <a:endParaRPr lang="en-GB" sz="500" dirty="0"/>
            </a:p>
            <a:p>
              <a:pPr>
                <a:spcAft>
                  <a:spcPts val="0"/>
                </a:spcAft>
              </a:pPr>
              <a:r>
                <a:rPr lang="en-GB" sz="500" dirty="0"/>
                <a:t>INSPECT-SR is a Cochrane-endorsed tool that assesses the trustworthiness of RCTs and recommends excluding studies with serious trustworthiness concerns from systematic reviews. However, we still don’t know if the tool will help avoid the use of trials that would end up retracted in the future. Moreover, if the retracted studies are at high risk of bias, and the Cochrane guidance is followed, then applying the Inspect SR might be redundant; it is therefore interesting as well to look at the relationship between the two assessments.  </a:t>
              </a:r>
            </a:p>
          </p:txBody>
        </p:sp>
      </p:grpSp>
      <p:sp>
        <p:nvSpPr>
          <p:cNvPr id="11" name="Rectangle: Rounded Corners 10">
            <a:extLst>
              <a:ext uri="{FF2B5EF4-FFF2-40B4-BE49-F238E27FC236}">
                <a16:creationId xmlns:a16="http://schemas.microsoft.com/office/drawing/2014/main" id="{56919BAE-F770-CAF9-6F14-0DAC2061020F}"/>
              </a:ext>
            </a:extLst>
          </p:cNvPr>
          <p:cNvSpPr/>
          <p:nvPr/>
        </p:nvSpPr>
        <p:spPr>
          <a:xfrm>
            <a:off x="3429001" y="4317810"/>
            <a:ext cx="3159266" cy="9337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0"/>
              </a:spcAft>
            </a:pPr>
            <a:endParaRPr lang="en-GB" sz="1200" b="1" kern="0" dirty="0">
              <a:solidFill>
                <a:schemeClr val="bg1"/>
              </a:solidFill>
              <a:latin typeface="Open Sans" pitchFamily="2" charset="0"/>
              <a:ea typeface="Open Sans" pitchFamily="2" charset="0"/>
              <a:cs typeface="Open Sans" pitchFamily="2" charset="0"/>
            </a:endParaRPr>
          </a:p>
          <a:p>
            <a:pPr>
              <a:lnSpc>
                <a:spcPct val="107000"/>
              </a:lnSpc>
              <a:spcAft>
                <a:spcPts val="0"/>
              </a:spcAft>
            </a:pPr>
            <a:r>
              <a:rPr lang="en-GB" sz="1200" b="1" kern="0" dirty="0">
                <a:solidFill>
                  <a:schemeClr val="bg1"/>
                </a:solidFill>
                <a:latin typeface="Open Sans" pitchFamily="2" charset="0"/>
                <a:ea typeface="Open Sans" pitchFamily="2" charset="0"/>
                <a:cs typeface="Open Sans" pitchFamily="2" charset="0"/>
              </a:rPr>
              <a:t>Objectives</a:t>
            </a:r>
            <a:endParaRPr lang="en-GB" sz="1200" b="1" kern="100" dirty="0">
              <a:solidFill>
                <a:schemeClr val="bg1"/>
              </a:solidFill>
              <a:latin typeface="Open Sans" pitchFamily="2" charset="0"/>
              <a:ea typeface="Open Sans" pitchFamily="2" charset="0"/>
              <a:cs typeface="Open Sans" pitchFamily="2" charset="0"/>
            </a:endParaRPr>
          </a:p>
          <a:p>
            <a:r>
              <a:rPr lang="en-GB" sz="800" b="1" dirty="0">
                <a:solidFill>
                  <a:schemeClr val="bg1"/>
                </a:solidFill>
              </a:rPr>
              <a:t>Primary</a:t>
            </a:r>
            <a:r>
              <a:rPr lang="en-GB" sz="800" b="1" dirty="0">
                <a:solidFill>
                  <a:schemeClr val="accent1"/>
                </a:solidFill>
              </a:rPr>
              <a:t> </a:t>
            </a:r>
            <a:r>
              <a:rPr lang="en-GB" sz="800" b="1" dirty="0">
                <a:solidFill>
                  <a:schemeClr val="bg1"/>
                </a:solidFill>
              </a:rPr>
              <a:t>objective</a:t>
            </a:r>
            <a:r>
              <a:rPr lang="en-GB" sz="800" b="1" dirty="0">
                <a:solidFill>
                  <a:schemeClr val="accent1"/>
                </a:solidFill>
              </a:rPr>
              <a:t>: </a:t>
            </a:r>
          </a:p>
          <a:p>
            <a:r>
              <a:rPr lang="en-GB" sz="500" dirty="0"/>
              <a:t>To evaluate whether INSPECT-SR would identify studies retracted for trustworthiness reasons.</a:t>
            </a:r>
          </a:p>
          <a:p>
            <a:r>
              <a:rPr lang="en-GB" sz="800" b="1" dirty="0"/>
              <a:t> </a:t>
            </a:r>
            <a:endParaRPr lang="en-GB" sz="800" dirty="0"/>
          </a:p>
          <a:p>
            <a:r>
              <a:rPr lang="en-GB" sz="800" b="1" dirty="0">
                <a:solidFill>
                  <a:schemeClr val="bg1"/>
                </a:solidFill>
              </a:rPr>
              <a:t>Secondary</a:t>
            </a:r>
            <a:r>
              <a:rPr lang="en-GB" sz="800" b="1" dirty="0">
                <a:solidFill>
                  <a:schemeClr val="accent1"/>
                </a:solidFill>
              </a:rPr>
              <a:t> </a:t>
            </a:r>
            <a:r>
              <a:rPr lang="en-GB" sz="800" b="1" dirty="0">
                <a:solidFill>
                  <a:schemeClr val="bg1"/>
                </a:solidFill>
              </a:rPr>
              <a:t>objective</a:t>
            </a:r>
            <a:r>
              <a:rPr lang="en-GB" sz="800" b="1" dirty="0">
                <a:solidFill>
                  <a:schemeClr val="accent1"/>
                </a:solidFill>
              </a:rPr>
              <a:t>: </a:t>
            </a:r>
            <a:endParaRPr lang="en-GB" sz="800" dirty="0">
              <a:solidFill>
                <a:schemeClr val="accent1"/>
              </a:solidFill>
            </a:endParaRPr>
          </a:p>
          <a:p>
            <a:r>
              <a:rPr lang="en-GB" sz="500" dirty="0"/>
              <a:t>To examine the relationship between risk-of-bias and trustworthiness judgments in retracted RCTs using RoB1 and INSPECT-SR. </a:t>
            </a:r>
          </a:p>
          <a:p>
            <a:pPr algn="ctr"/>
            <a:endParaRPr lang="en-GB" dirty="0"/>
          </a:p>
        </p:txBody>
      </p:sp>
      <p:sp>
        <p:nvSpPr>
          <p:cNvPr id="14" name="Rectangle 13">
            <a:extLst>
              <a:ext uri="{FF2B5EF4-FFF2-40B4-BE49-F238E27FC236}">
                <a16:creationId xmlns:a16="http://schemas.microsoft.com/office/drawing/2014/main" id="{BF0A8BF4-CDDC-916B-EE17-F15BEF04C8E2}"/>
              </a:ext>
            </a:extLst>
          </p:cNvPr>
          <p:cNvSpPr/>
          <p:nvPr/>
        </p:nvSpPr>
        <p:spPr>
          <a:xfrm>
            <a:off x="170944" y="4317811"/>
            <a:ext cx="3119104" cy="2298142"/>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0C21C15B-4A9C-ACEC-0F60-BCA6C71B8C79}"/>
              </a:ext>
            </a:extLst>
          </p:cNvPr>
          <p:cNvSpPr txBox="1"/>
          <p:nvPr/>
        </p:nvSpPr>
        <p:spPr>
          <a:xfrm>
            <a:off x="194848" y="4332945"/>
            <a:ext cx="3010371" cy="2385268"/>
          </a:xfrm>
          <a:prstGeom prst="rect">
            <a:avLst/>
          </a:prstGeom>
          <a:noFill/>
        </p:spPr>
        <p:txBody>
          <a:bodyPr wrap="square" rtlCol="0">
            <a:spAutoFit/>
          </a:bodyPr>
          <a:lstStyle/>
          <a:p>
            <a:r>
              <a:rPr lang="en-GB" sz="1200" b="1" kern="0" dirty="0">
                <a:solidFill>
                  <a:schemeClr val="accent1"/>
                </a:solidFill>
                <a:latin typeface="Open Sans" pitchFamily="2" charset="0"/>
                <a:ea typeface="Open Sans" pitchFamily="2" charset="0"/>
                <a:cs typeface="Open Sans" pitchFamily="2" charset="0"/>
              </a:rPr>
              <a:t>Methodology</a:t>
            </a:r>
          </a:p>
          <a:p>
            <a:pPr algn="ctr"/>
            <a:endParaRPr lang="en-GB" sz="500" b="1" kern="0" dirty="0">
              <a:solidFill>
                <a:schemeClr val="accent1"/>
              </a:solidFill>
              <a:latin typeface="Open Sans" pitchFamily="2" charset="0"/>
              <a:ea typeface="Open Sans" pitchFamily="2" charset="0"/>
              <a:cs typeface="Open Sans" pitchFamily="2" charset="0"/>
            </a:endParaRPr>
          </a:p>
          <a:p>
            <a:r>
              <a:rPr lang="en-GB" sz="800" b="1" kern="0" dirty="0">
                <a:solidFill>
                  <a:schemeClr val="accent1"/>
                </a:solidFill>
                <a:latin typeface="Open Sans" pitchFamily="2" charset="0"/>
                <a:ea typeface="Open Sans" pitchFamily="2" charset="0"/>
                <a:cs typeface="Open Sans" pitchFamily="2" charset="0"/>
              </a:rPr>
              <a:t>1- Selection of the studies </a:t>
            </a:r>
          </a:p>
          <a:p>
            <a:pPr algn="just"/>
            <a:r>
              <a:rPr lang="en-GB" sz="500" dirty="0"/>
              <a:t>Retracted RCTs with a RoB1 assessment will be identified from Cochrane reviews using the </a:t>
            </a:r>
            <a:r>
              <a:rPr lang="en-GB" sz="500" b="1" dirty="0"/>
              <a:t>Feet of Clay Detector. </a:t>
            </a:r>
            <a:r>
              <a:rPr lang="en-GB" sz="500" dirty="0"/>
              <a:t>Reviews will be screened from most recent to oldest, and only trials included in the review study list (not background citations) will be eligible. One eligible trial per review will be selected, and each trial may be included only once.</a:t>
            </a:r>
          </a:p>
          <a:p>
            <a:pPr algn="just"/>
            <a:endParaRPr lang="en-GB" sz="500" b="1" kern="0" dirty="0">
              <a:solidFill>
                <a:schemeClr val="accent1"/>
              </a:solidFill>
              <a:latin typeface="Open Sans" pitchFamily="2" charset="0"/>
              <a:ea typeface="Open Sans" pitchFamily="2" charset="0"/>
              <a:cs typeface="Open Sans" pitchFamily="2" charset="0"/>
            </a:endParaRPr>
          </a:p>
          <a:p>
            <a:r>
              <a:rPr lang="en-GB" sz="800" b="1" kern="0" dirty="0">
                <a:solidFill>
                  <a:schemeClr val="accent1"/>
                </a:solidFill>
                <a:latin typeface="Open Sans" pitchFamily="2" charset="0"/>
                <a:ea typeface="Open Sans" pitchFamily="2" charset="0"/>
                <a:cs typeface="Open Sans" pitchFamily="2" charset="0"/>
              </a:rPr>
              <a:t>2- Sample Size</a:t>
            </a:r>
          </a:p>
          <a:p>
            <a:pPr algn="just"/>
            <a:r>
              <a:rPr lang="en-GB" sz="500" dirty="0"/>
              <a:t>Sample size (n = 50) was determined by feasibility, as INSPECT-SR assessments are time-intensive (~45 minutes per trial). Assuming 70% of retracted trials have serious INSPECT-SR concerns, this sample size provides a 95% confidence interval of approximately ±13%.</a:t>
            </a:r>
          </a:p>
          <a:p>
            <a:pPr algn="just"/>
            <a:endParaRPr lang="en-GB" sz="500" b="1" kern="0" dirty="0">
              <a:solidFill>
                <a:schemeClr val="accent1"/>
              </a:solidFill>
              <a:latin typeface="Open Sans" pitchFamily="2" charset="0"/>
              <a:ea typeface="Open Sans" pitchFamily="2" charset="0"/>
              <a:cs typeface="Open Sans" pitchFamily="2" charset="0"/>
            </a:endParaRPr>
          </a:p>
          <a:p>
            <a:r>
              <a:rPr lang="en-GB" sz="800" b="1" kern="0" dirty="0">
                <a:solidFill>
                  <a:schemeClr val="accent1"/>
                </a:solidFill>
                <a:latin typeface="Open Sans" pitchFamily="2" charset="0"/>
                <a:ea typeface="Open Sans" pitchFamily="2" charset="0"/>
                <a:cs typeface="Open Sans" pitchFamily="2" charset="0"/>
              </a:rPr>
              <a:t>3- Assessments of the studies </a:t>
            </a:r>
          </a:p>
          <a:p>
            <a:pPr algn="just"/>
            <a:r>
              <a:rPr lang="en-GB" sz="500" dirty="0"/>
              <a:t>Risk-of-bias assessments will be extracted from the Cochrane reviews. Trustworthiness will be independently assessed by two reviewers using INSPECT-SR, with disagreements resolved through discussion or a third reviewer. Because all included trials are already retracted, the INSPECT-SR retraction check will be omitted. Assessments will use only information that was available at the time the Cochrane review was published. </a:t>
            </a:r>
          </a:p>
          <a:p>
            <a:pPr algn="just"/>
            <a:endParaRPr lang="en-GB" sz="500" b="1" kern="0" dirty="0">
              <a:solidFill>
                <a:schemeClr val="accent1"/>
              </a:solidFill>
              <a:ea typeface="Open Sans" pitchFamily="2" charset="0"/>
              <a:cs typeface="Open Sans" pitchFamily="2" charset="0"/>
            </a:endParaRPr>
          </a:p>
          <a:p>
            <a:r>
              <a:rPr lang="en-GB" sz="800" b="1" kern="0" dirty="0">
                <a:solidFill>
                  <a:schemeClr val="accent1"/>
                </a:solidFill>
                <a:latin typeface="Open Sans" pitchFamily="2" charset="0"/>
                <a:ea typeface="Open Sans" pitchFamily="2" charset="0"/>
                <a:cs typeface="Open Sans" pitchFamily="2" charset="0"/>
              </a:rPr>
              <a:t>4- Analysis Plan</a:t>
            </a:r>
          </a:p>
          <a:p>
            <a:pPr algn="just"/>
            <a:r>
              <a:rPr lang="en-GB" sz="500" kern="0" dirty="0">
                <a:latin typeface="Open Sans" pitchFamily="2" charset="0"/>
                <a:ea typeface="Open Sans" pitchFamily="2" charset="0"/>
                <a:cs typeface="Open Sans" pitchFamily="2" charset="0"/>
              </a:rPr>
              <a:t>INSPECT-SR and RoB1 judgements will be summarised using descriptive statistics. We will examine the proportion of trials with serious INSPECT-SR concerns (95% CI), the number of RoB1 domains rated as high risk across INSPECT-SR categories, and the agreement between INSPECT-SR and RoB1 assessments using cross-tabulations.</a:t>
            </a:r>
          </a:p>
          <a:p>
            <a:endParaRPr lang="en-GB" sz="500" dirty="0"/>
          </a:p>
        </p:txBody>
      </p:sp>
      <p:pic>
        <p:nvPicPr>
          <p:cNvPr id="18" name="Picture 17">
            <a:extLst>
              <a:ext uri="{FF2B5EF4-FFF2-40B4-BE49-F238E27FC236}">
                <a16:creationId xmlns:a16="http://schemas.microsoft.com/office/drawing/2014/main" id="{7F33D73D-9901-6D83-FF03-06F49FCFF2BF}"/>
              </a:ext>
            </a:extLst>
          </p:cNvPr>
          <p:cNvPicPr>
            <a:picLocks noChangeAspect="1"/>
          </p:cNvPicPr>
          <p:nvPr/>
        </p:nvPicPr>
        <p:blipFill>
          <a:blip r:embed="rId8"/>
          <a:stretch>
            <a:fillRect/>
          </a:stretch>
        </p:blipFill>
        <p:spPr>
          <a:xfrm>
            <a:off x="150819" y="6996544"/>
            <a:ext cx="1901569" cy="1028574"/>
          </a:xfrm>
          <a:prstGeom prst="rect">
            <a:avLst/>
          </a:prstGeom>
        </p:spPr>
      </p:pic>
      <p:pic>
        <p:nvPicPr>
          <p:cNvPr id="36" name="Picture 35">
            <a:extLst>
              <a:ext uri="{FF2B5EF4-FFF2-40B4-BE49-F238E27FC236}">
                <a16:creationId xmlns:a16="http://schemas.microsoft.com/office/drawing/2014/main" id="{21372853-6795-85A6-B17A-D37E3D7DDE9D}"/>
              </a:ext>
            </a:extLst>
          </p:cNvPr>
          <p:cNvPicPr>
            <a:picLocks noChangeAspect="1"/>
          </p:cNvPicPr>
          <p:nvPr/>
        </p:nvPicPr>
        <p:blipFill>
          <a:blip r:embed="rId9"/>
          <a:stretch>
            <a:fillRect/>
          </a:stretch>
        </p:blipFill>
        <p:spPr>
          <a:xfrm>
            <a:off x="2269154" y="7219071"/>
            <a:ext cx="1076922" cy="765624"/>
          </a:xfrm>
          <a:prstGeom prst="rect">
            <a:avLst/>
          </a:prstGeom>
        </p:spPr>
      </p:pic>
      <p:grpSp>
        <p:nvGrpSpPr>
          <p:cNvPr id="43" name="Group 42">
            <a:extLst>
              <a:ext uri="{FF2B5EF4-FFF2-40B4-BE49-F238E27FC236}">
                <a16:creationId xmlns:a16="http://schemas.microsoft.com/office/drawing/2014/main" id="{4C97B138-6901-364F-F071-4B365E4B3247}"/>
              </a:ext>
            </a:extLst>
          </p:cNvPr>
          <p:cNvGrpSpPr/>
          <p:nvPr/>
        </p:nvGrpSpPr>
        <p:grpSpPr>
          <a:xfrm>
            <a:off x="3333384" y="7224727"/>
            <a:ext cx="473628" cy="987542"/>
            <a:chOff x="3429000" y="7337682"/>
            <a:chExt cx="712694" cy="987542"/>
          </a:xfrm>
        </p:grpSpPr>
        <p:cxnSp>
          <p:nvCxnSpPr>
            <p:cNvPr id="38" name="Connector: Elbow 37">
              <a:extLst>
                <a:ext uri="{FF2B5EF4-FFF2-40B4-BE49-F238E27FC236}">
                  <a16:creationId xmlns:a16="http://schemas.microsoft.com/office/drawing/2014/main" id="{096F6A50-17D2-D5AF-6A1A-A2B75FE30355}"/>
                </a:ext>
              </a:extLst>
            </p:cNvPr>
            <p:cNvCxnSpPr/>
            <p:nvPr/>
          </p:nvCxnSpPr>
          <p:spPr>
            <a:xfrm>
              <a:off x="3429000" y="7918824"/>
              <a:ext cx="712694" cy="406400"/>
            </a:xfrm>
            <a:prstGeom prst="bentConnector3">
              <a:avLst/>
            </a:prstGeom>
            <a:ln w="3175">
              <a:tailEnd type="stealth"/>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A701756-E07E-8BC6-D73A-427CD2BFE78A}"/>
                </a:ext>
              </a:extLst>
            </p:cNvPr>
            <p:cNvCxnSpPr>
              <a:cxnSpLocks/>
            </p:cNvCxnSpPr>
            <p:nvPr/>
          </p:nvCxnSpPr>
          <p:spPr>
            <a:xfrm flipV="1">
              <a:off x="3429000" y="7337682"/>
              <a:ext cx="712694" cy="576802"/>
            </a:xfrm>
            <a:prstGeom prst="bentConnector3">
              <a:avLst>
                <a:gd name="adj1" fmla="val 50000"/>
              </a:avLst>
            </a:prstGeom>
            <a:ln w="3175">
              <a:tailEnd type="stealth"/>
            </a:ln>
          </p:spPr>
          <p:style>
            <a:lnRef idx="1">
              <a:schemeClr val="accent1"/>
            </a:lnRef>
            <a:fillRef idx="0">
              <a:schemeClr val="accent1"/>
            </a:fillRef>
            <a:effectRef idx="0">
              <a:schemeClr val="accent1"/>
            </a:effectRef>
            <a:fontRef idx="minor">
              <a:schemeClr val="tx1"/>
            </a:fontRef>
          </p:style>
        </p:cxnSp>
      </p:grpSp>
      <p:pic>
        <p:nvPicPr>
          <p:cNvPr id="1029" name="Picture 5" descr="INSPECT-SR Training Workshop April (N America) Tickets | TryBooking United  Kingdom">
            <a:extLst>
              <a:ext uri="{FF2B5EF4-FFF2-40B4-BE49-F238E27FC236}">
                <a16:creationId xmlns:a16="http://schemas.microsoft.com/office/drawing/2014/main" id="{63B6F99F-4522-B946-31EB-C0C83E49E9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00138" y="7220748"/>
            <a:ext cx="1053618" cy="333158"/>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F61A9BD8-C36B-B4CB-05B0-EE14773ED65E}"/>
              </a:ext>
            </a:extLst>
          </p:cNvPr>
          <p:cNvSpPr txBox="1"/>
          <p:nvPr/>
        </p:nvSpPr>
        <p:spPr>
          <a:xfrm>
            <a:off x="3807012" y="8110610"/>
            <a:ext cx="1146744" cy="246221"/>
          </a:xfrm>
          <a:prstGeom prst="rect">
            <a:avLst/>
          </a:prstGeom>
          <a:noFill/>
        </p:spPr>
        <p:txBody>
          <a:bodyPr wrap="square" rtlCol="0">
            <a:spAutoFit/>
          </a:bodyPr>
          <a:lstStyle/>
          <a:p>
            <a:r>
              <a:rPr lang="en-GB" sz="500" dirty="0">
                <a:solidFill>
                  <a:schemeClr val="accent1"/>
                </a:solidFill>
              </a:rPr>
              <a:t>RoB1 assessment collected from the review</a:t>
            </a:r>
          </a:p>
        </p:txBody>
      </p:sp>
      <p:sp>
        <p:nvSpPr>
          <p:cNvPr id="45" name="TextBox 44">
            <a:extLst>
              <a:ext uri="{FF2B5EF4-FFF2-40B4-BE49-F238E27FC236}">
                <a16:creationId xmlns:a16="http://schemas.microsoft.com/office/drawing/2014/main" id="{DDC8F41E-26A7-0819-3FDF-DE963D983061}"/>
              </a:ext>
            </a:extLst>
          </p:cNvPr>
          <p:cNvSpPr txBox="1"/>
          <p:nvPr/>
        </p:nvSpPr>
        <p:spPr>
          <a:xfrm>
            <a:off x="3807012" y="6994318"/>
            <a:ext cx="1146744" cy="246221"/>
          </a:xfrm>
          <a:prstGeom prst="rect">
            <a:avLst/>
          </a:prstGeom>
          <a:noFill/>
        </p:spPr>
        <p:txBody>
          <a:bodyPr wrap="square" rtlCol="0">
            <a:spAutoFit/>
          </a:bodyPr>
          <a:lstStyle/>
          <a:p>
            <a:r>
              <a:rPr lang="en-GB" sz="500" dirty="0">
                <a:solidFill>
                  <a:schemeClr val="accent1"/>
                </a:solidFill>
              </a:rPr>
              <a:t>Trustworthiness  assessment using the INSPECT-SR </a:t>
            </a:r>
          </a:p>
        </p:txBody>
      </p:sp>
      <p:sp>
        <p:nvSpPr>
          <p:cNvPr id="46" name="TextBox 45">
            <a:extLst>
              <a:ext uri="{FF2B5EF4-FFF2-40B4-BE49-F238E27FC236}">
                <a16:creationId xmlns:a16="http://schemas.microsoft.com/office/drawing/2014/main" id="{47A651E1-D604-2AC9-5E00-929817CA390D}"/>
              </a:ext>
            </a:extLst>
          </p:cNvPr>
          <p:cNvSpPr txBox="1"/>
          <p:nvPr/>
        </p:nvSpPr>
        <p:spPr>
          <a:xfrm>
            <a:off x="63356" y="8194650"/>
            <a:ext cx="1999493" cy="323165"/>
          </a:xfrm>
          <a:prstGeom prst="rect">
            <a:avLst/>
          </a:prstGeom>
          <a:noFill/>
        </p:spPr>
        <p:txBody>
          <a:bodyPr wrap="square" rtlCol="0">
            <a:spAutoFit/>
          </a:bodyPr>
          <a:lstStyle/>
          <a:p>
            <a:r>
              <a:rPr lang="en-GB" sz="500" dirty="0">
                <a:solidFill>
                  <a:schemeClr val="accent1"/>
                </a:solidFill>
              </a:rPr>
              <a:t>Identifying Cochrane Review with potential retracted studies using the Feet of Clay Detector available on the </a:t>
            </a:r>
            <a:r>
              <a:rPr lang="en-GB" sz="500" u="sng" dirty="0">
                <a:hlinkClick r:id="rId11"/>
              </a:rPr>
              <a:t>Problematic Paper Screener website</a:t>
            </a:r>
            <a:r>
              <a:rPr lang="en-GB" sz="500" dirty="0"/>
              <a:t>, </a:t>
            </a:r>
            <a:r>
              <a:rPr lang="en-GB" sz="500" dirty="0">
                <a:solidFill>
                  <a:schemeClr val="accent1"/>
                </a:solidFill>
              </a:rPr>
              <a:t>developed by Guillaume </a:t>
            </a:r>
            <a:r>
              <a:rPr lang="en-GB" sz="500" dirty="0" err="1">
                <a:solidFill>
                  <a:schemeClr val="accent1"/>
                </a:solidFill>
              </a:rPr>
              <a:t>Cabanac</a:t>
            </a:r>
            <a:r>
              <a:rPr lang="en-GB" sz="500" dirty="0">
                <a:solidFill>
                  <a:schemeClr val="accent1"/>
                </a:solidFill>
              </a:rPr>
              <a:t>. </a:t>
            </a:r>
          </a:p>
        </p:txBody>
      </p:sp>
      <p:cxnSp>
        <p:nvCxnSpPr>
          <p:cNvPr id="49" name="Connector: Elbow 48">
            <a:extLst>
              <a:ext uri="{FF2B5EF4-FFF2-40B4-BE49-F238E27FC236}">
                <a16:creationId xmlns:a16="http://schemas.microsoft.com/office/drawing/2014/main" id="{55AD4224-3A4A-20B5-FD94-7A9396719D3A}"/>
              </a:ext>
            </a:extLst>
          </p:cNvPr>
          <p:cNvCxnSpPr/>
          <p:nvPr/>
        </p:nvCxnSpPr>
        <p:spPr>
          <a:xfrm flipV="1">
            <a:off x="4948146" y="7775090"/>
            <a:ext cx="573226" cy="442788"/>
          </a:xfrm>
          <a:prstGeom prst="bentConnector3">
            <a:avLst/>
          </a:prstGeom>
          <a:ln w="3175">
            <a:tailEnd type="stealt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FD05E1A-AACC-426D-689F-A07FBE99F666}"/>
              </a:ext>
            </a:extLst>
          </p:cNvPr>
          <p:cNvSpPr txBox="1"/>
          <p:nvPr/>
        </p:nvSpPr>
        <p:spPr>
          <a:xfrm>
            <a:off x="2178098" y="8269208"/>
            <a:ext cx="1146744" cy="246221"/>
          </a:xfrm>
          <a:prstGeom prst="rect">
            <a:avLst/>
          </a:prstGeom>
          <a:noFill/>
        </p:spPr>
        <p:txBody>
          <a:bodyPr wrap="square" rtlCol="0">
            <a:spAutoFit/>
          </a:bodyPr>
          <a:lstStyle/>
          <a:p>
            <a:r>
              <a:rPr lang="en-GB" sz="500" dirty="0">
                <a:solidFill>
                  <a:schemeClr val="accent1"/>
                </a:solidFill>
              </a:rPr>
              <a:t>Identifying retracted RCTs in the studies list of the Cochrane review</a:t>
            </a:r>
          </a:p>
        </p:txBody>
      </p:sp>
      <p:cxnSp>
        <p:nvCxnSpPr>
          <p:cNvPr id="58" name="Straight Arrow Connector 57">
            <a:extLst>
              <a:ext uri="{FF2B5EF4-FFF2-40B4-BE49-F238E27FC236}">
                <a16:creationId xmlns:a16="http://schemas.microsoft.com/office/drawing/2014/main" id="{50EEB501-95E1-3833-092D-F18A81ACF6D0}"/>
              </a:ext>
            </a:extLst>
          </p:cNvPr>
          <p:cNvCxnSpPr/>
          <p:nvPr/>
        </p:nvCxnSpPr>
        <p:spPr>
          <a:xfrm>
            <a:off x="2087042" y="7635474"/>
            <a:ext cx="182112" cy="0"/>
          </a:xfrm>
          <a:prstGeom prst="straightConnector1">
            <a:avLst/>
          </a:prstGeom>
          <a:ln w="3175">
            <a:tailEnd type="stealt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30093E8-931A-4C5A-5193-EBF77478CAC1}"/>
              </a:ext>
            </a:extLst>
          </p:cNvPr>
          <p:cNvSpPr txBox="1"/>
          <p:nvPr/>
        </p:nvSpPr>
        <p:spPr>
          <a:xfrm>
            <a:off x="5558939" y="6980198"/>
            <a:ext cx="1048787" cy="246221"/>
          </a:xfrm>
          <a:prstGeom prst="rect">
            <a:avLst/>
          </a:prstGeom>
          <a:noFill/>
        </p:spPr>
        <p:txBody>
          <a:bodyPr wrap="square" rtlCol="0">
            <a:spAutoFit/>
          </a:bodyPr>
          <a:lstStyle/>
          <a:p>
            <a:r>
              <a:rPr lang="en-GB" sz="500" dirty="0">
                <a:solidFill>
                  <a:schemeClr val="accent1"/>
                </a:solidFill>
              </a:rPr>
              <a:t>Analysis using both RoB1 and INSPECT-SR  assessments</a:t>
            </a:r>
            <a:endParaRPr lang="en-GB" sz="500" b="1" dirty="0">
              <a:solidFill>
                <a:schemeClr val="accent1"/>
              </a:solidFill>
            </a:endParaRPr>
          </a:p>
        </p:txBody>
      </p:sp>
      <p:pic>
        <p:nvPicPr>
          <p:cNvPr id="61" name="Picture 60">
            <a:extLst>
              <a:ext uri="{FF2B5EF4-FFF2-40B4-BE49-F238E27FC236}">
                <a16:creationId xmlns:a16="http://schemas.microsoft.com/office/drawing/2014/main" id="{231EA3C1-D1DA-CAB7-38A7-5B9CB5FAF37F}"/>
              </a:ext>
            </a:extLst>
          </p:cNvPr>
          <p:cNvPicPr>
            <a:picLocks noChangeAspect="1"/>
          </p:cNvPicPr>
          <p:nvPr/>
        </p:nvPicPr>
        <p:blipFill>
          <a:blip r:embed="rId12"/>
          <a:stretch>
            <a:fillRect/>
          </a:stretch>
        </p:blipFill>
        <p:spPr>
          <a:xfrm>
            <a:off x="5592409" y="7202200"/>
            <a:ext cx="995858" cy="534689"/>
          </a:xfrm>
          <a:prstGeom prst="rect">
            <a:avLst/>
          </a:prstGeom>
        </p:spPr>
      </p:pic>
      <p:pic>
        <p:nvPicPr>
          <p:cNvPr id="63" name="Picture 62">
            <a:extLst>
              <a:ext uri="{FF2B5EF4-FFF2-40B4-BE49-F238E27FC236}">
                <a16:creationId xmlns:a16="http://schemas.microsoft.com/office/drawing/2014/main" id="{3DCC9247-443C-C05D-9259-CBEFEB4E61F0}"/>
              </a:ext>
            </a:extLst>
          </p:cNvPr>
          <p:cNvPicPr>
            <a:picLocks noChangeAspect="1"/>
          </p:cNvPicPr>
          <p:nvPr/>
        </p:nvPicPr>
        <p:blipFill>
          <a:blip r:embed="rId13"/>
          <a:srcRect l="4001"/>
          <a:stretch>
            <a:fillRect/>
          </a:stretch>
        </p:blipFill>
        <p:spPr>
          <a:xfrm>
            <a:off x="5592409" y="7754745"/>
            <a:ext cx="995858" cy="596204"/>
          </a:xfrm>
          <a:prstGeom prst="rect">
            <a:avLst/>
          </a:prstGeom>
        </p:spPr>
      </p:pic>
      <p:cxnSp>
        <p:nvCxnSpPr>
          <p:cNvPr id="78" name="Connector: Elbow 77">
            <a:extLst>
              <a:ext uri="{FF2B5EF4-FFF2-40B4-BE49-F238E27FC236}">
                <a16:creationId xmlns:a16="http://schemas.microsoft.com/office/drawing/2014/main" id="{E01D95ED-959B-D85C-A4F4-57806A763DD3}"/>
              </a:ext>
            </a:extLst>
          </p:cNvPr>
          <p:cNvCxnSpPr>
            <a:cxnSpLocks/>
          </p:cNvCxnSpPr>
          <p:nvPr/>
        </p:nvCxnSpPr>
        <p:spPr>
          <a:xfrm>
            <a:off x="4942536" y="7190324"/>
            <a:ext cx="585724" cy="585156"/>
          </a:xfrm>
          <a:prstGeom prst="bentConnector3">
            <a:avLst>
              <a:gd name="adj1" fmla="val 50000"/>
            </a:avLst>
          </a:prstGeom>
          <a:ln w="3175">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Default Design">
  <a:themeElements>
    <a:clrScheme name="Manchester">
      <a:dk1>
        <a:srgbClr val="000000"/>
      </a:dk1>
      <a:lt1>
        <a:srgbClr val="FFFFFF"/>
      </a:lt1>
      <a:dk2>
        <a:srgbClr val="000000"/>
      </a:dk2>
      <a:lt2>
        <a:srgbClr val="808080"/>
      </a:lt2>
      <a:accent1>
        <a:srgbClr val="660099"/>
      </a:accent1>
      <a:accent2>
        <a:srgbClr val="FFCC33"/>
      </a:accent2>
      <a:accent3>
        <a:srgbClr val="999999"/>
      </a:accent3>
      <a:accent4>
        <a:srgbClr val="000000"/>
      </a:accent4>
      <a:accent5>
        <a:srgbClr val="FFFFFF"/>
      </a:accent5>
      <a:accent6>
        <a:srgbClr val="2D2D8A"/>
      </a:accent6>
      <a:hlink>
        <a:srgbClr val="009999"/>
      </a:hlink>
      <a:folHlink>
        <a:srgbClr val="99CC00"/>
      </a:folHlink>
    </a:clrScheme>
    <a:fontScheme name="Manchester">
      <a:majorFont>
        <a:latin typeface="Open Sans"/>
        <a:ea typeface=""/>
        <a:cs typeface=""/>
      </a:majorFont>
      <a:minorFont>
        <a:latin typeface="Open Sa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1380</TotalTime>
  <Words>701</Words>
  <Application>Microsoft Office PowerPoint</Application>
  <PresentationFormat>A4 Paper (210x297 mm)</PresentationFormat>
  <Paragraphs>45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Open Sans</vt:lpstr>
      <vt:lpstr>Default Design</vt:lpstr>
      <vt:lpstr>PowerPoint Presentation</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photographics</dc:creator>
  <cp:lastModifiedBy>Gill wilfried Lakena kouatche</cp:lastModifiedBy>
  <cp:revision>2</cp:revision>
  <cp:lastPrinted>2023-06-19T12:48:41Z</cp:lastPrinted>
  <dcterms:created xsi:type="dcterms:W3CDTF">2004-09-06T13:19:08Z</dcterms:created>
  <dcterms:modified xsi:type="dcterms:W3CDTF">2026-06-05T13:14:12Z</dcterms:modified>
</cp:coreProperties>
</file>